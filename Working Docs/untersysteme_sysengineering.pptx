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4562C6-048B-46FF-BADB-42DAAC857137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A6A7CA9-56CE-4913-A5AF-C9DEFA135948}">
      <dgm:prSet phldrT="[Text]"/>
      <dgm:spPr/>
      <dgm:t>
        <a:bodyPr/>
        <a:lstStyle/>
        <a:p>
          <a:r>
            <a:rPr lang="en-US" dirty="0" err="1"/>
            <a:t>Spitalinformationssystem</a:t>
          </a:r>
          <a:endParaRPr lang="en-US" dirty="0"/>
        </a:p>
      </dgm:t>
    </dgm:pt>
    <dgm:pt modelId="{79C2DEA1-FBC1-44C1-A1FE-67EAFBAB5C07}" type="parTrans" cxnId="{9F0EBB3F-FB70-44DA-8176-1C58797EBD08}">
      <dgm:prSet/>
      <dgm:spPr/>
      <dgm:t>
        <a:bodyPr/>
        <a:lstStyle/>
        <a:p>
          <a:endParaRPr lang="en-US"/>
        </a:p>
      </dgm:t>
    </dgm:pt>
    <dgm:pt modelId="{79A11EB7-E52F-4B4A-8F1B-3F2CF5099CC2}" type="sibTrans" cxnId="{9F0EBB3F-FB70-44DA-8176-1C58797EBD08}">
      <dgm:prSet/>
      <dgm:spPr/>
      <dgm:t>
        <a:bodyPr/>
        <a:lstStyle/>
        <a:p>
          <a:endParaRPr lang="en-US"/>
        </a:p>
      </dgm:t>
    </dgm:pt>
    <dgm:pt modelId="{B638E3ED-F0D5-4571-845A-FC27B236DC94}">
      <dgm:prSet phldrT="[Text]"/>
      <dgm:spPr/>
      <dgm:t>
        <a:bodyPr/>
        <a:lstStyle/>
        <a:p>
          <a:r>
            <a:rPr lang="en-US" dirty="0" err="1"/>
            <a:t>Patienteninformationssystem</a:t>
          </a:r>
          <a:endParaRPr lang="en-US" dirty="0"/>
        </a:p>
      </dgm:t>
    </dgm:pt>
    <dgm:pt modelId="{B4C7BC5F-A5BE-4856-BACA-C782802D7AA4}" type="parTrans" cxnId="{576B0177-F054-4108-A411-4AA814E365B5}">
      <dgm:prSet/>
      <dgm:spPr/>
      <dgm:t>
        <a:bodyPr/>
        <a:lstStyle/>
        <a:p>
          <a:endParaRPr lang="en-US"/>
        </a:p>
      </dgm:t>
    </dgm:pt>
    <dgm:pt modelId="{8EDE2D3A-C013-4414-B79C-FED710CA6E23}" type="sibTrans" cxnId="{576B0177-F054-4108-A411-4AA814E365B5}">
      <dgm:prSet/>
      <dgm:spPr/>
      <dgm:t>
        <a:bodyPr/>
        <a:lstStyle/>
        <a:p>
          <a:endParaRPr lang="en-US"/>
        </a:p>
      </dgm:t>
    </dgm:pt>
    <dgm:pt modelId="{71CE3ECC-AB90-4D62-B69B-F7410DFBD0FE}">
      <dgm:prSet phldrT="[Text]"/>
      <dgm:spPr/>
      <dgm:t>
        <a:bodyPr/>
        <a:lstStyle/>
        <a:p>
          <a:r>
            <a:rPr lang="en-US" dirty="0" err="1"/>
            <a:t>ePD</a:t>
          </a:r>
          <a:endParaRPr lang="en-US" dirty="0"/>
        </a:p>
      </dgm:t>
    </dgm:pt>
    <dgm:pt modelId="{C6FC577B-DFCA-4588-8DA4-A1D90D69C9D3}" type="parTrans" cxnId="{1D32CCD7-EAFE-48B2-9C26-D71BAB99C783}">
      <dgm:prSet/>
      <dgm:spPr/>
      <dgm:t>
        <a:bodyPr/>
        <a:lstStyle/>
        <a:p>
          <a:endParaRPr lang="en-US"/>
        </a:p>
      </dgm:t>
    </dgm:pt>
    <dgm:pt modelId="{F5A9B16E-B3D4-47D9-B167-D1DB328FE3CF}" type="sibTrans" cxnId="{1D32CCD7-EAFE-48B2-9C26-D71BAB99C783}">
      <dgm:prSet/>
      <dgm:spPr/>
      <dgm:t>
        <a:bodyPr/>
        <a:lstStyle/>
        <a:p>
          <a:endParaRPr lang="en-US"/>
        </a:p>
      </dgm:t>
    </dgm:pt>
    <dgm:pt modelId="{17853874-AD7D-4984-8781-EC125DC891FD}">
      <dgm:prSet phldrT="[Text]"/>
      <dgm:spPr/>
      <dgm:t>
        <a:bodyPr/>
        <a:lstStyle/>
        <a:p>
          <a:r>
            <a:rPr lang="en-US" dirty="0"/>
            <a:t>Labor</a:t>
          </a:r>
        </a:p>
      </dgm:t>
    </dgm:pt>
    <dgm:pt modelId="{3995FF37-DE58-418A-A318-E940DB88638F}" type="parTrans" cxnId="{61539ABB-44B3-4A9D-87C0-89529095A1E1}">
      <dgm:prSet/>
      <dgm:spPr/>
      <dgm:t>
        <a:bodyPr/>
        <a:lstStyle/>
        <a:p>
          <a:endParaRPr lang="en-US"/>
        </a:p>
      </dgm:t>
    </dgm:pt>
    <dgm:pt modelId="{7726C557-4F09-4F39-96AA-03A9E64D1231}" type="sibTrans" cxnId="{61539ABB-44B3-4A9D-87C0-89529095A1E1}">
      <dgm:prSet/>
      <dgm:spPr/>
      <dgm:t>
        <a:bodyPr/>
        <a:lstStyle/>
        <a:p>
          <a:endParaRPr lang="en-US"/>
        </a:p>
      </dgm:t>
    </dgm:pt>
    <dgm:pt modelId="{7CA0D031-7BD3-4167-A149-DA289062F9DF}">
      <dgm:prSet phldrT="[Text]"/>
      <dgm:spPr/>
      <dgm:t>
        <a:bodyPr/>
        <a:lstStyle/>
        <a:p>
          <a:r>
            <a:rPr lang="en-US" dirty="0" err="1"/>
            <a:t>Abrechnungssystem</a:t>
          </a:r>
          <a:endParaRPr lang="en-US" dirty="0"/>
        </a:p>
      </dgm:t>
    </dgm:pt>
    <dgm:pt modelId="{A823D0EA-EBC1-44DA-A640-75A6F2BECED2}" type="parTrans" cxnId="{4731D5E8-02E3-4CBA-AD62-E340FDDF64C1}">
      <dgm:prSet/>
      <dgm:spPr/>
      <dgm:t>
        <a:bodyPr/>
        <a:lstStyle/>
        <a:p>
          <a:endParaRPr lang="en-US"/>
        </a:p>
      </dgm:t>
    </dgm:pt>
    <dgm:pt modelId="{2F97F6DC-832F-452E-824F-15E6547FA0C7}" type="sibTrans" cxnId="{4731D5E8-02E3-4CBA-AD62-E340FDDF64C1}">
      <dgm:prSet/>
      <dgm:spPr/>
      <dgm:t>
        <a:bodyPr/>
        <a:lstStyle/>
        <a:p>
          <a:endParaRPr lang="en-US"/>
        </a:p>
      </dgm:t>
    </dgm:pt>
    <dgm:pt modelId="{B60D1EB9-4C0A-4AC5-B360-ED0F9290B205}">
      <dgm:prSet phldrT="[Text]"/>
      <dgm:spPr/>
      <dgm:t>
        <a:bodyPr/>
        <a:lstStyle/>
        <a:p>
          <a:r>
            <a:rPr lang="en-US" dirty="0" err="1"/>
            <a:t>Radiologieinformationssystem</a:t>
          </a:r>
          <a:endParaRPr lang="en-US" dirty="0"/>
        </a:p>
      </dgm:t>
    </dgm:pt>
    <dgm:pt modelId="{0739379A-E7B4-49D5-9E14-468818D194AE}" type="parTrans" cxnId="{B4DED017-299C-454F-A995-EA36BD2A386B}">
      <dgm:prSet/>
      <dgm:spPr/>
      <dgm:t>
        <a:bodyPr/>
        <a:lstStyle/>
        <a:p>
          <a:endParaRPr lang="en-US"/>
        </a:p>
      </dgm:t>
    </dgm:pt>
    <dgm:pt modelId="{F42CAB9C-D578-41B2-A2D1-1CDA18626A85}" type="sibTrans" cxnId="{B4DED017-299C-454F-A995-EA36BD2A386B}">
      <dgm:prSet/>
      <dgm:spPr/>
      <dgm:t>
        <a:bodyPr/>
        <a:lstStyle/>
        <a:p>
          <a:endParaRPr lang="en-US"/>
        </a:p>
      </dgm:t>
    </dgm:pt>
    <dgm:pt modelId="{AA0688C5-840F-4965-B74A-9B605C0CE1B5}">
      <dgm:prSet phldrT="[Text]"/>
      <dgm:spPr/>
      <dgm:t>
        <a:bodyPr/>
        <a:lstStyle/>
        <a:p>
          <a:endParaRPr lang="en-US" dirty="0"/>
        </a:p>
      </dgm:t>
    </dgm:pt>
    <dgm:pt modelId="{6FF750A9-1DF8-4EF0-A724-F7D02A257C63}" type="parTrans" cxnId="{ED6E7015-AB24-4B32-BD99-E7266BE62FFE}">
      <dgm:prSet/>
      <dgm:spPr/>
      <dgm:t>
        <a:bodyPr/>
        <a:lstStyle/>
        <a:p>
          <a:endParaRPr lang="en-US"/>
        </a:p>
      </dgm:t>
    </dgm:pt>
    <dgm:pt modelId="{669755E6-811A-409F-97C1-105544188D2B}" type="sibTrans" cxnId="{ED6E7015-AB24-4B32-BD99-E7266BE62FFE}">
      <dgm:prSet/>
      <dgm:spPr/>
      <dgm:t>
        <a:bodyPr/>
        <a:lstStyle/>
        <a:p>
          <a:endParaRPr lang="en-US"/>
        </a:p>
      </dgm:t>
    </dgm:pt>
    <dgm:pt modelId="{60A592A2-C234-4EA2-AB80-AD5F20C511DE}">
      <dgm:prSet phldrT="[Text]"/>
      <dgm:spPr/>
      <dgm:t>
        <a:bodyPr/>
        <a:lstStyle/>
        <a:p>
          <a:r>
            <a:rPr lang="en-US" dirty="0" err="1"/>
            <a:t>Immunologie</a:t>
          </a:r>
          <a:endParaRPr lang="en-US" dirty="0"/>
        </a:p>
      </dgm:t>
    </dgm:pt>
    <dgm:pt modelId="{B777A0FD-5872-4A02-ACF6-94145E9D14B5}" type="parTrans" cxnId="{AAAF375F-41F5-4A18-AA33-E988EA2CC027}">
      <dgm:prSet/>
      <dgm:spPr/>
      <dgm:t>
        <a:bodyPr/>
        <a:lstStyle/>
        <a:p>
          <a:endParaRPr lang="en-US"/>
        </a:p>
      </dgm:t>
    </dgm:pt>
    <dgm:pt modelId="{0F31B9EA-84C6-4B4E-B6CE-2F5A835E3D7B}" type="sibTrans" cxnId="{AAAF375F-41F5-4A18-AA33-E988EA2CC027}">
      <dgm:prSet/>
      <dgm:spPr/>
      <dgm:t>
        <a:bodyPr/>
        <a:lstStyle/>
        <a:p>
          <a:endParaRPr lang="en-US"/>
        </a:p>
      </dgm:t>
    </dgm:pt>
    <dgm:pt modelId="{E96AE7B2-573A-4146-A838-A3B6C7FB3E83}">
      <dgm:prSet phldrT="[Text]"/>
      <dgm:spPr/>
      <dgm:t>
        <a:bodyPr/>
        <a:lstStyle/>
        <a:p>
          <a:r>
            <a:rPr lang="en-US" dirty="0" err="1"/>
            <a:t>Chemisches</a:t>
          </a:r>
          <a:r>
            <a:rPr lang="en-US" dirty="0"/>
            <a:t> Labor</a:t>
          </a:r>
        </a:p>
      </dgm:t>
    </dgm:pt>
    <dgm:pt modelId="{7B1DD0E0-14DE-4E1C-86E8-7194D6CC4CFB}" type="parTrans" cxnId="{98F30A21-EC63-4229-A958-4D97B1D2AEEE}">
      <dgm:prSet/>
      <dgm:spPr/>
      <dgm:t>
        <a:bodyPr/>
        <a:lstStyle/>
        <a:p>
          <a:endParaRPr lang="en-US"/>
        </a:p>
      </dgm:t>
    </dgm:pt>
    <dgm:pt modelId="{9EFC8AF3-2471-4E75-8AD1-1C969D98BB72}" type="sibTrans" cxnId="{98F30A21-EC63-4229-A958-4D97B1D2AEEE}">
      <dgm:prSet/>
      <dgm:spPr/>
      <dgm:t>
        <a:bodyPr/>
        <a:lstStyle/>
        <a:p>
          <a:endParaRPr lang="en-US"/>
        </a:p>
      </dgm:t>
    </dgm:pt>
    <dgm:pt modelId="{A93E7EDD-9476-4069-BF94-1E9249EB47E5}">
      <dgm:prSet phldrT="[Text]"/>
      <dgm:spPr/>
      <dgm:t>
        <a:bodyPr/>
        <a:lstStyle/>
        <a:p>
          <a:r>
            <a:rPr lang="en-US" dirty="0" err="1"/>
            <a:t>Chemologie</a:t>
          </a:r>
          <a:endParaRPr lang="en-US" dirty="0"/>
        </a:p>
      </dgm:t>
    </dgm:pt>
    <dgm:pt modelId="{7974E318-0223-4537-8E00-BDC2734377A4}" type="parTrans" cxnId="{3D993899-DB1C-47AD-BF94-E6BAFB736F39}">
      <dgm:prSet/>
      <dgm:spPr/>
      <dgm:t>
        <a:bodyPr/>
        <a:lstStyle/>
        <a:p>
          <a:endParaRPr lang="en-US"/>
        </a:p>
      </dgm:t>
    </dgm:pt>
    <dgm:pt modelId="{F6E7C2D8-6B73-4FC4-ABEC-BEA3CAFFB6D2}" type="sibTrans" cxnId="{3D993899-DB1C-47AD-BF94-E6BAFB736F39}">
      <dgm:prSet/>
      <dgm:spPr/>
      <dgm:t>
        <a:bodyPr/>
        <a:lstStyle/>
        <a:p>
          <a:endParaRPr lang="en-US"/>
        </a:p>
      </dgm:t>
    </dgm:pt>
    <dgm:pt modelId="{1E5C1A55-3953-4714-BAA0-DFA267721E98}">
      <dgm:prSet phldrT="[Text]"/>
      <dgm:spPr/>
      <dgm:t>
        <a:bodyPr/>
        <a:lstStyle/>
        <a:p>
          <a:r>
            <a:rPr lang="en-US" dirty="0" err="1"/>
            <a:t>Bakteriologie</a:t>
          </a:r>
          <a:endParaRPr lang="en-US" dirty="0"/>
        </a:p>
      </dgm:t>
    </dgm:pt>
    <dgm:pt modelId="{83160CDB-CC70-41B3-8C5E-C01FE7477C34}" type="parTrans" cxnId="{7CBCA2B1-01BF-43B5-8105-044DF6F5BA5A}">
      <dgm:prSet/>
      <dgm:spPr/>
      <dgm:t>
        <a:bodyPr/>
        <a:lstStyle/>
        <a:p>
          <a:endParaRPr lang="en-US"/>
        </a:p>
      </dgm:t>
    </dgm:pt>
    <dgm:pt modelId="{CD0F4116-C9CF-4EE6-82E2-F4469EEB945B}" type="sibTrans" cxnId="{7CBCA2B1-01BF-43B5-8105-044DF6F5BA5A}">
      <dgm:prSet/>
      <dgm:spPr/>
      <dgm:t>
        <a:bodyPr/>
        <a:lstStyle/>
        <a:p>
          <a:endParaRPr lang="en-US"/>
        </a:p>
      </dgm:t>
    </dgm:pt>
    <dgm:pt modelId="{A99436F6-0CE8-4B0A-8D23-FA6475CBDAD7}">
      <dgm:prSet phldrT="[Text]"/>
      <dgm:spPr/>
      <dgm:t>
        <a:bodyPr/>
        <a:lstStyle/>
        <a:p>
          <a:r>
            <a:rPr lang="en-US" dirty="0" err="1"/>
            <a:t>Digitalisierungssystem</a:t>
          </a:r>
          <a:endParaRPr lang="en-US" dirty="0"/>
        </a:p>
      </dgm:t>
    </dgm:pt>
    <dgm:pt modelId="{4BEEA5EE-B6BD-4CCB-A122-419154855FD3}" type="parTrans" cxnId="{F11C8F25-F914-4536-B0E9-D137C68649DF}">
      <dgm:prSet/>
      <dgm:spPr/>
      <dgm:t>
        <a:bodyPr/>
        <a:lstStyle/>
        <a:p>
          <a:endParaRPr lang="en-US"/>
        </a:p>
      </dgm:t>
    </dgm:pt>
    <dgm:pt modelId="{6E468045-E1D6-4960-8459-C4DB28F69E8D}" type="sibTrans" cxnId="{F11C8F25-F914-4536-B0E9-D137C68649DF}">
      <dgm:prSet/>
      <dgm:spPr/>
      <dgm:t>
        <a:bodyPr/>
        <a:lstStyle/>
        <a:p>
          <a:endParaRPr lang="en-US"/>
        </a:p>
      </dgm:t>
    </dgm:pt>
    <dgm:pt modelId="{5C2564B1-2ADA-40CB-97EC-085816D64918}">
      <dgm:prSet phldrT="[Text]"/>
      <dgm:spPr/>
      <dgm:t>
        <a:bodyPr/>
        <a:lstStyle/>
        <a:p>
          <a:r>
            <a:rPr lang="en-US" dirty="0" err="1"/>
            <a:t>Apothekeninformationssystem</a:t>
          </a:r>
          <a:endParaRPr lang="en-US" dirty="0"/>
        </a:p>
      </dgm:t>
    </dgm:pt>
    <dgm:pt modelId="{43943639-949F-48B4-8E4F-7C9B09E92DA8}" type="parTrans" cxnId="{E6E5310F-A5B2-47B3-AA11-7C4B9D04AB14}">
      <dgm:prSet/>
      <dgm:spPr/>
      <dgm:t>
        <a:bodyPr/>
        <a:lstStyle/>
        <a:p>
          <a:endParaRPr lang="en-US"/>
        </a:p>
      </dgm:t>
    </dgm:pt>
    <dgm:pt modelId="{74EB6A3F-EB59-4778-ABB6-1D0F4EEEAB0C}" type="sibTrans" cxnId="{E6E5310F-A5B2-47B3-AA11-7C4B9D04AB14}">
      <dgm:prSet/>
      <dgm:spPr/>
      <dgm:t>
        <a:bodyPr/>
        <a:lstStyle/>
        <a:p>
          <a:endParaRPr lang="en-US"/>
        </a:p>
      </dgm:t>
    </dgm:pt>
    <dgm:pt modelId="{E64A9DD4-496B-4821-BEBF-54BFF4FE5F7A}">
      <dgm:prSet phldrT="[Text]"/>
      <dgm:spPr/>
      <dgm:t>
        <a:bodyPr/>
        <a:lstStyle/>
        <a:p>
          <a:r>
            <a:rPr lang="en-US" dirty="0" err="1"/>
            <a:t>Toxikologie</a:t>
          </a:r>
          <a:endParaRPr lang="en-US" dirty="0"/>
        </a:p>
      </dgm:t>
    </dgm:pt>
    <dgm:pt modelId="{FB5A723F-EE39-4546-841B-F1D6153BBCE2}" type="parTrans" cxnId="{C397A754-1EED-4E7F-BEA0-76C28EE2E36A}">
      <dgm:prSet/>
      <dgm:spPr/>
      <dgm:t>
        <a:bodyPr/>
        <a:lstStyle/>
        <a:p>
          <a:endParaRPr lang="en-US"/>
        </a:p>
      </dgm:t>
    </dgm:pt>
    <dgm:pt modelId="{25A88AEF-23B7-4B1A-8B90-2EAE28B4273E}" type="sibTrans" cxnId="{C397A754-1EED-4E7F-BEA0-76C28EE2E36A}">
      <dgm:prSet/>
      <dgm:spPr/>
      <dgm:t>
        <a:bodyPr/>
        <a:lstStyle/>
        <a:p>
          <a:endParaRPr lang="en-US"/>
        </a:p>
      </dgm:t>
    </dgm:pt>
    <dgm:pt modelId="{444AA021-5155-4414-B6F4-A300A61A4AC1}">
      <dgm:prSet phldrT="[Text]"/>
      <dgm:spPr/>
      <dgm:t>
        <a:bodyPr/>
        <a:lstStyle/>
        <a:p>
          <a:r>
            <a:rPr lang="en-US" dirty="0" err="1"/>
            <a:t>Krankenakte</a:t>
          </a:r>
          <a:endParaRPr lang="en-US" dirty="0"/>
        </a:p>
      </dgm:t>
    </dgm:pt>
    <dgm:pt modelId="{20D3A93B-1214-4397-B261-8EA325A0CC3B}" type="parTrans" cxnId="{8A693FD6-17BF-424D-84E0-A5D2B74E84E0}">
      <dgm:prSet/>
      <dgm:spPr/>
      <dgm:t>
        <a:bodyPr/>
        <a:lstStyle/>
        <a:p>
          <a:endParaRPr lang="en-US"/>
        </a:p>
      </dgm:t>
    </dgm:pt>
    <dgm:pt modelId="{038524CD-3F71-4872-8847-804EA0984B38}" type="sibTrans" cxnId="{8A693FD6-17BF-424D-84E0-A5D2B74E84E0}">
      <dgm:prSet/>
      <dgm:spPr/>
      <dgm:t>
        <a:bodyPr/>
        <a:lstStyle/>
        <a:p>
          <a:endParaRPr lang="en-US"/>
        </a:p>
      </dgm:t>
    </dgm:pt>
    <dgm:pt modelId="{6D880A4B-152C-479C-96A2-36DDAE072BBF}">
      <dgm:prSet phldrT="[Text]"/>
      <dgm:spPr/>
      <dgm:t>
        <a:bodyPr/>
        <a:lstStyle/>
        <a:p>
          <a:r>
            <a:rPr lang="en-US" dirty="0" err="1"/>
            <a:t>Stammdaten</a:t>
          </a:r>
          <a:endParaRPr lang="en-US" dirty="0"/>
        </a:p>
      </dgm:t>
    </dgm:pt>
    <dgm:pt modelId="{87302226-08E7-45BC-BCB2-311B2136A6B3}" type="parTrans" cxnId="{42A15C5F-607D-48A5-8262-7FBA0EA5A2BB}">
      <dgm:prSet/>
      <dgm:spPr/>
      <dgm:t>
        <a:bodyPr/>
        <a:lstStyle/>
        <a:p>
          <a:endParaRPr lang="en-US"/>
        </a:p>
      </dgm:t>
    </dgm:pt>
    <dgm:pt modelId="{B2417B97-4BEE-4407-BAC8-58F674257938}" type="sibTrans" cxnId="{42A15C5F-607D-48A5-8262-7FBA0EA5A2BB}">
      <dgm:prSet/>
      <dgm:spPr/>
      <dgm:t>
        <a:bodyPr/>
        <a:lstStyle/>
        <a:p>
          <a:endParaRPr lang="en-US"/>
        </a:p>
      </dgm:t>
    </dgm:pt>
    <dgm:pt modelId="{356F900C-957F-4D0F-878B-BE82DDAB7975}">
      <dgm:prSet phldrT="[Text]"/>
      <dgm:spPr/>
      <dgm:t>
        <a:bodyPr/>
        <a:lstStyle/>
        <a:p>
          <a:r>
            <a:rPr lang="en-US" dirty="0" err="1"/>
            <a:t>Bewegungsdaten</a:t>
          </a:r>
          <a:endParaRPr lang="en-US" dirty="0"/>
        </a:p>
      </dgm:t>
    </dgm:pt>
    <dgm:pt modelId="{F74ED01D-AD08-49C6-85C3-5BF7C40D77D8}" type="parTrans" cxnId="{B6398D1E-2620-4C6B-8229-1D942DE1B6BE}">
      <dgm:prSet/>
      <dgm:spPr/>
      <dgm:t>
        <a:bodyPr/>
        <a:lstStyle/>
        <a:p>
          <a:endParaRPr lang="en-US"/>
        </a:p>
      </dgm:t>
    </dgm:pt>
    <dgm:pt modelId="{029E6F9C-874C-4859-B8F0-8FBEFA521C03}" type="sibTrans" cxnId="{B6398D1E-2620-4C6B-8229-1D942DE1B6BE}">
      <dgm:prSet/>
      <dgm:spPr/>
      <dgm:t>
        <a:bodyPr/>
        <a:lstStyle/>
        <a:p>
          <a:endParaRPr lang="en-US"/>
        </a:p>
      </dgm:t>
    </dgm:pt>
    <dgm:pt modelId="{6B9A279A-AEBC-4D1D-8A4E-CD6C4AB77EC5}">
      <dgm:prSet phldrT="[Text]"/>
      <dgm:spPr/>
      <dgm:t>
        <a:bodyPr/>
        <a:lstStyle/>
        <a:p>
          <a:r>
            <a:rPr lang="en-US" dirty="0" err="1"/>
            <a:t>Bestandesliste</a:t>
          </a:r>
          <a:endParaRPr lang="en-US" dirty="0"/>
        </a:p>
      </dgm:t>
    </dgm:pt>
    <dgm:pt modelId="{E53122F8-BE74-4B1E-BB95-6DB549A86FBD}" type="parTrans" cxnId="{06BA4952-24F0-4DD6-8B09-A421955BC65B}">
      <dgm:prSet/>
      <dgm:spPr/>
      <dgm:t>
        <a:bodyPr/>
        <a:lstStyle/>
        <a:p>
          <a:endParaRPr lang="en-US"/>
        </a:p>
      </dgm:t>
    </dgm:pt>
    <dgm:pt modelId="{51142EB5-6F08-4B7A-A936-EB9F7AB268D1}" type="sibTrans" cxnId="{06BA4952-24F0-4DD6-8B09-A421955BC65B}">
      <dgm:prSet/>
      <dgm:spPr/>
      <dgm:t>
        <a:bodyPr/>
        <a:lstStyle/>
        <a:p>
          <a:endParaRPr lang="en-US"/>
        </a:p>
      </dgm:t>
    </dgm:pt>
    <dgm:pt modelId="{4D1C90E6-6B48-4B66-BFA9-1B05F0904636}">
      <dgm:prSet phldrT="[Text]"/>
      <dgm:spPr/>
      <dgm:t>
        <a:bodyPr/>
        <a:lstStyle/>
        <a:p>
          <a:r>
            <a:rPr lang="en-US" dirty="0" err="1"/>
            <a:t>Bestellungen</a:t>
          </a:r>
          <a:endParaRPr lang="en-US" dirty="0"/>
        </a:p>
      </dgm:t>
    </dgm:pt>
    <dgm:pt modelId="{D681C2A9-0577-442D-B4C8-B640B62976B3}" type="parTrans" cxnId="{86C503AC-6F20-4093-87A1-F8B8344B59B1}">
      <dgm:prSet/>
      <dgm:spPr/>
      <dgm:t>
        <a:bodyPr/>
        <a:lstStyle/>
        <a:p>
          <a:endParaRPr lang="en-US"/>
        </a:p>
      </dgm:t>
    </dgm:pt>
    <dgm:pt modelId="{6E8A98C2-B48A-4B6D-941D-E456860CFDE6}" type="sibTrans" cxnId="{86C503AC-6F20-4093-87A1-F8B8344B59B1}">
      <dgm:prSet/>
      <dgm:spPr/>
      <dgm:t>
        <a:bodyPr/>
        <a:lstStyle/>
        <a:p>
          <a:endParaRPr lang="en-US"/>
        </a:p>
      </dgm:t>
    </dgm:pt>
    <dgm:pt modelId="{086E3293-A609-4DAD-8C86-BBD11750D89D}">
      <dgm:prSet phldrT="[Text]"/>
      <dgm:spPr/>
      <dgm:t>
        <a:bodyPr/>
        <a:lstStyle/>
        <a:p>
          <a:endParaRPr lang="en-US" dirty="0"/>
        </a:p>
      </dgm:t>
    </dgm:pt>
    <dgm:pt modelId="{EF27A178-AD6E-44FE-B8EA-0F2D0EFE34EC}" type="parTrans" cxnId="{D519B3C6-E2C7-448F-84DF-E37ED7273AA6}">
      <dgm:prSet/>
      <dgm:spPr/>
      <dgm:t>
        <a:bodyPr/>
        <a:lstStyle/>
        <a:p>
          <a:endParaRPr lang="en-US"/>
        </a:p>
      </dgm:t>
    </dgm:pt>
    <dgm:pt modelId="{3640E20B-6328-432D-81EA-61D632630D41}" type="sibTrans" cxnId="{D519B3C6-E2C7-448F-84DF-E37ED7273AA6}">
      <dgm:prSet/>
      <dgm:spPr/>
      <dgm:t>
        <a:bodyPr/>
        <a:lstStyle/>
        <a:p>
          <a:endParaRPr lang="en-US"/>
        </a:p>
      </dgm:t>
    </dgm:pt>
    <dgm:pt modelId="{08DC99B0-5D4E-48BD-8AFB-D098F05C9EE9}">
      <dgm:prSet phldrT="[Text]"/>
      <dgm:spPr/>
      <dgm:t>
        <a:bodyPr/>
        <a:lstStyle/>
        <a:p>
          <a:r>
            <a:rPr lang="en-US" dirty="0" err="1"/>
            <a:t>Managementinformationssystem</a:t>
          </a:r>
          <a:endParaRPr lang="en-US" dirty="0"/>
        </a:p>
      </dgm:t>
    </dgm:pt>
    <dgm:pt modelId="{063E352F-EF85-415A-B77F-113133BA81E5}" type="parTrans" cxnId="{99297764-8CC8-4677-8305-2BE376ACBD24}">
      <dgm:prSet/>
      <dgm:spPr/>
      <dgm:t>
        <a:bodyPr/>
        <a:lstStyle/>
        <a:p>
          <a:endParaRPr lang="en-US"/>
        </a:p>
      </dgm:t>
    </dgm:pt>
    <dgm:pt modelId="{A6BF03FE-555F-4EDA-A6EF-7A515A01E005}" type="sibTrans" cxnId="{99297764-8CC8-4677-8305-2BE376ACBD24}">
      <dgm:prSet/>
      <dgm:spPr/>
      <dgm:t>
        <a:bodyPr/>
        <a:lstStyle/>
        <a:p>
          <a:endParaRPr lang="en-US"/>
        </a:p>
      </dgm:t>
    </dgm:pt>
    <dgm:pt modelId="{4663BA66-9BAC-424B-849F-C16315088C6C}">
      <dgm:prSet phldrT="[Text]"/>
      <dgm:spPr/>
      <dgm:t>
        <a:bodyPr/>
        <a:lstStyle/>
        <a:p>
          <a:r>
            <a:rPr lang="en-US" dirty="0"/>
            <a:t>Controlling</a:t>
          </a:r>
        </a:p>
      </dgm:t>
    </dgm:pt>
    <dgm:pt modelId="{1F994368-8451-441F-BC41-43D890B4AEFD}" type="parTrans" cxnId="{87F2D7F4-6B81-45D8-A189-D5CD69C17DF4}">
      <dgm:prSet/>
      <dgm:spPr/>
      <dgm:t>
        <a:bodyPr/>
        <a:lstStyle/>
        <a:p>
          <a:endParaRPr lang="en-US"/>
        </a:p>
      </dgm:t>
    </dgm:pt>
    <dgm:pt modelId="{D36CA922-7001-45D8-9F25-BE25F3A71F13}" type="sibTrans" cxnId="{87F2D7F4-6B81-45D8-A189-D5CD69C17DF4}">
      <dgm:prSet/>
      <dgm:spPr/>
      <dgm:t>
        <a:bodyPr/>
        <a:lstStyle/>
        <a:p>
          <a:endParaRPr lang="en-US"/>
        </a:p>
      </dgm:t>
    </dgm:pt>
    <dgm:pt modelId="{09684396-30BE-4F11-B5F6-38A3E8BF4F4B}">
      <dgm:prSet phldrT="[Text]"/>
      <dgm:spPr/>
      <dgm:t>
        <a:bodyPr/>
        <a:lstStyle/>
        <a:p>
          <a:r>
            <a:rPr lang="en-US" dirty="0" err="1"/>
            <a:t>Stationär</a:t>
          </a:r>
          <a:r>
            <a:rPr lang="en-US" dirty="0"/>
            <a:t> (DRG)</a:t>
          </a:r>
        </a:p>
      </dgm:t>
    </dgm:pt>
    <dgm:pt modelId="{55B9D924-9114-47E4-A368-FF89284DDE46}" type="parTrans" cxnId="{3435C9CF-F493-435C-81CE-39E63E1C68F6}">
      <dgm:prSet/>
      <dgm:spPr/>
      <dgm:t>
        <a:bodyPr/>
        <a:lstStyle/>
        <a:p>
          <a:endParaRPr lang="en-US"/>
        </a:p>
      </dgm:t>
    </dgm:pt>
    <dgm:pt modelId="{F22BD35D-47E0-4979-90BA-597421380AE5}" type="sibTrans" cxnId="{3435C9CF-F493-435C-81CE-39E63E1C68F6}">
      <dgm:prSet/>
      <dgm:spPr/>
      <dgm:t>
        <a:bodyPr/>
        <a:lstStyle/>
        <a:p>
          <a:endParaRPr lang="en-US"/>
        </a:p>
      </dgm:t>
    </dgm:pt>
    <dgm:pt modelId="{AC49A69E-A7C4-4AC2-933A-0D403DC55427}">
      <dgm:prSet phldrT="[Text]"/>
      <dgm:spPr/>
      <dgm:t>
        <a:bodyPr/>
        <a:lstStyle/>
        <a:p>
          <a:r>
            <a:rPr lang="en-US" dirty="0"/>
            <a:t>Ambulant (</a:t>
          </a:r>
          <a:r>
            <a:rPr lang="en-US" dirty="0" err="1"/>
            <a:t>Tarmed</a:t>
          </a:r>
          <a:r>
            <a:rPr lang="en-US" dirty="0"/>
            <a:t>)</a:t>
          </a:r>
        </a:p>
      </dgm:t>
    </dgm:pt>
    <dgm:pt modelId="{1C3D1C21-3293-448D-91AE-B156063FCEF2}" type="parTrans" cxnId="{C17DAEE6-6B6F-4A47-A240-A0970F65558A}">
      <dgm:prSet/>
      <dgm:spPr/>
      <dgm:t>
        <a:bodyPr/>
        <a:lstStyle/>
        <a:p>
          <a:endParaRPr lang="en-US"/>
        </a:p>
      </dgm:t>
    </dgm:pt>
    <dgm:pt modelId="{DF9EB83C-E68E-4E53-81B9-8AAB1605A9E5}" type="sibTrans" cxnId="{C17DAEE6-6B6F-4A47-A240-A0970F65558A}">
      <dgm:prSet/>
      <dgm:spPr/>
      <dgm:t>
        <a:bodyPr/>
        <a:lstStyle/>
        <a:p>
          <a:endParaRPr lang="en-US"/>
        </a:p>
      </dgm:t>
    </dgm:pt>
    <dgm:pt modelId="{78B310A6-D9EC-4D16-9ED6-342878F3A5D2}">
      <dgm:prSet phldrT="[Text]"/>
      <dgm:spPr/>
      <dgm:t>
        <a:bodyPr/>
        <a:lstStyle/>
        <a:p>
          <a:r>
            <a:rPr lang="en-US" dirty="0" err="1"/>
            <a:t>Codierung</a:t>
          </a:r>
          <a:endParaRPr lang="en-US" dirty="0"/>
        </a:p>
      </dgm:t>
    </dgm:pt>
    <dgm:pt modelId="{57A65B5D-D644-4AEC-AC56-B4E694C3D721}" type="parTrans" cxnId="{4E2E7822-7892-4469-83AE-E0A5342655FE}">
      <dgm:prSet/>
      <dgm:spPr/>
      <dgm:t>
        <a:bodyPr/>
        <a:lstStyle/>
        <a:p>
          <a:endParaRPr lang="en-US"/>
        </a:p>
      </dgm:t>
    </dgm:pt>
    <dgm:pt modelId="{2142EE2A-5149-45FB-B87F-7EAA2A6411A7}" type="sibTrans" cxnId="{4E2E7822-7892-4469-83AE-E0A5342655FE}">
      <dgm:prSet/>
      <dgm:spPr/>
      <dgm:t>
        <a:bodyPr/>
        <a:lstStyle/>
        <a:p>
          <a:endParaRPr lang="en-US"/>
        </a:p>
      </dgm:t>
    </dgm:pt>
    <dgm:pt modelId="{588FDA92-BBCE-4EDB-A629-307053C59637}">
      <dgm:prSet phldrT="[Text]"/>
      <dgm:spPr/>
      <dgm:t>
        <a:bodyPr/>
        <a:lstStyle/>
        <a:p>
          <a:r>
            <a:rPr lang="en-US" dirty="0" err="1"/>
            <a:t>Versicherung</a:t>
          </a:r>
          <a:endParaRPr lang="en-US" dirty="0"/>
        </a:p>
      </dgm:t>
    </dgm:pt>
    <dgm:pt modelId="{16AF74E2-B892-45B6-8320-AE49A25EC5F2}" type="parTrans" cxnId="{AD922161-BDAE-44CC-9EA6-6EE430DC6E35}">
      <dgm:prSet/>
      <dgm:spPr/>
      <dgm:t>
        <a:bodyPr/>
        <a:lstStyle/>
        <a:p>
          <a:endParaRPr lang="en-US"/>
        </a:p>
      </dgm:t>
    </dgm:pt>
    <dgm:pt modelId="{7B5629EB-B144-4420-ABA8-DE585D792598}" type="sibTrans" cxnId="{AD922161-BDAE-44CC-9EA6-6EE430DC6E35}">
      <dgm:prSet/>
      <dgm:spPr/>
      <dgm:t>
        <a:bodyPr/>
        <a:lstStyle/>
        <a:p>
          <a:endParaRPr lang="en-US"/>
        </a:p>
      </dgm:t>
    </dgm:pt>
    <dgm:pt modelId="{41B7830A-4D52-4B5B-B3AF-99AC9C15C648}">
      <dgm:prSet phldrT="[Text]"/>
      <dgm:spPr/>
      <dgm:t>
        <a:bodyPr/>
        <a:lstStyle/>
        <a:p>
          <a:r>
            <a:rPr lang="en-US" dirty="0" err="1"/>
            <a:t>Privat</a:t>
          </a:r>
          <a:endParaRPr lang="en-US" dirty="0"/>
        </a:p>
      </dgm:t>
    </dgm:pt>
    <dgm:pt modelId="{2C4E5C6B-A1F6-460D-BE11-71F56177F4CC}" type="parTrans" cxnId="{85C32AC3-DC8C-4610-93A8-42DECD28B9DD}">
      <dgm:prSet/>
      <dgm:spPr/>
      <dgm:t>
        <a:bodyPr/>
        <a:lstStyle/>
        <a:p>
          <a:endParaRPr lang="en-US"/>
        </a:p>
      </dgm:t>
    </dgm:pt>
    <dgm:pt modelId="{8C8D8BBD-1E0B-4F17-9CCB-E47B8F8A6812}" type="sibTrans" cxnId="{85C32AC3-DC8C-4610-93A8-42DECD28B9DD}">
      <dgm:prSet/>
      <dgm:spPr/>
      <dgm:t>
        <a:bodyPr/>
        <a:lstStyle/>
        <a:p>
          <a:endParaRPr lang="en-US"/>
        </a:p>
      </dgm:t>
    </dgm:pt>
    <dgm:pt modelId="{3BD09EB7-A9D3-4F04-B418-4E6E545DF8E1}">
      <dgm:prSet phldrT="[Text]"/>
      <dgm:spPr/>
      <dgm:t>
        <a:bodyPr/>
        <a:lstStyle/>
        <a:p>
          <a:r>
            <a:rPr lang="en-US" dirty="0" err="1"/>
            <a:t>Daten</a:t>
          </a:r>
          <a:r>
            <a:rPr lang="en-US" dirty="0"/>
            <a:t> </a:t>
          </a:r>
          <a:r>
            <a:rPr lang="en-US" dirty="0" err="1"/>
            <a:t>Versicherer</a:t>
          </a:r>
          <a:endParaRPr lang="en-US" dirty="0"/>
        </a:p>
      </dgm:t>
    </dgm:pt>
    <dgm:pt modelId="{A465880C-5C4C-4436-8025-0542E91EB151}" type="parTrans" cxnId="{BCEF72EA-3C96-4E4E-B25A-722C5E486799}">
      <dgm:prSet/>
      <dgm:spPr/>
      <dgm:t>
        <a:bodyPr/>
        <a:lstStyle/>
        <a:p>
          <a:endParaRPr lang="en-US"/>
        </a:p>
      </dgm:t>
    </dgm:pt>
    <dgm:pt modelId="{1D7CA921-8057-4ED8-98E2-CC948CB6B4BD}" type="sibTrans" cxnId="{BCEF72EA-3C96-4E4E-B25A-722C5E486799}">
      <dgm:prSet/>
      <dgm:spPr/>
      <dgm:t>
        <a:bodyPr/>
        <a:lstStyle/>
        <a:p>
          <a:endParaRPr lang="en-US"/>
        </a:p>
      </dgm:t>
    </dgm:pt>
    <dgm:pt modelId="{7CCF1D84-21AA-481C-843F-727A335DE59C}">
      <dgm:prSet phldrT="[Text]"/>
      <dgm:spPr/>
      <dgm:t>
        <a:bodyPr/>
        <a:lstStyle/>
        <a:p>
          <a:r>
            <a:rPr lang="en-US" dirty="0" err="1"/>
            <a:t>Diagnosecodes</a:t>
          </a:r>
          <a:endParaRPr lang="en-US" dirty="0"/>
        </a:p>
      </dgm:t>
    </dgm:pt>
    <dgm:pt modelId="{305E91D7-9524-42D1-9214-BD9F81650AC8}" type="parTrans" cxnId="{FDD12A84-7B8A-4D13-A569-F1F0B57CED6D}">
      <dgm:prSet/>
      <dgm:spPr/>
      <dgm:t>
        <a:bodyPr/>
        <a:lstStyle/>
        <a:p>
          <a:endParaRPr lang="en-US"/>
        </a:p>
      </dgm:t>
    </dgm:pt>
    <dgm:pt modelId="{79660691-8A22-41B9-ADE6-1F281969C802}" type="sibTrans" cxnId="{FDD12A84-7B8A-4D13-A569-F1F0B57CED6D}">
      <dgm:prSet/>
      <dgm:spPr/>
      <dgm:t>
        <a:bodyPr/>
        <a:lstStyle/>
        <a:p>
          <a:endParaRPr lang="en-US"/>
        </a:p>
      </dgm:t>
    </dgm:pt>
    <dgm:pt modelId="{6270CBD4-1376-488F-978A-738E58966B9B}">
      <dgm:prSet phldrT="[Text]"/>
      <dgm:spPr/>
      <dgm:t>
        <a:bodyPr/>
        <a:lstStyle/>
        <a:p>
          <a:r>
            <a:rPr lang="en-US" dirty="0" err="1"/>
            <a:t>Zusätzliche</a:t>
          </a:r>
          <a:r>
            <a:rPr lang="en-US" dirty="0"/>
            <a:t> </a:t>
          </a:r>
          <a:r>
            <a:rPr lang="en-US" dirty="0" err="1"/>
            <a:t>Leistungen</a:t>
          </a:r>
          <a:endParaRPr lang="en-US" dirty="0"/>
        </a:p>
      </dgm:t>
    </dgm:pt>
    <dgm:pt modelId="{3273B96A-FBBD-43F4-8E9F-D6C0AD77C0ED}" type="parTrans" cxnId="{9791FC97-F5A1-4DAD-9E99-6BC808F29E79}">
      <dgm:prSet/>
      <dgm:spPr/>
      <dgm:t>
        <a:bodyPr/>
        <a:lstStyle/>
        <a:p>
          <a:endParaRPr lang="en-US"/>
        </a:p>
      </dgm:t>
    </dgm:pt>
    <dgm:pt modelId="{F0A47566-201B-47F2-8341-5D66FB471EEE}" type="sibTrans" cxnId="{9791FC97-F5A1-4DAD-9E99-6BC808F29E79}">
      <dgm:prSet/>
      <dgm:spPr/>
      <dgm:t>
        <a:bodyPr/>
        <a:lstStyle/>
        <a:p>
          <a:endParaRPr lang="en-US"/>
        </a:p>
      </dgm:t>
    </dgm:pt>
    <dgm:pt modelId="{3D27B399-6769-4B16-8E00-FDF0FEEC59B5}">
      <dgm:prSet phldrT="[Text]"/>
      <dgm:spPr/>
      <dgm:t>
        <a:bodyPr/>
        <a:lstStyle/>
        <a:p>
          <a:r>
            <a:rPr lang="en-US" dirty="0" err="1"/>
            <a:t>Hotellerie</a:t>
          </a:r>
          <a:endParaRPr lang="en-US" dirty="0"/>
        </a:p>
      </dgm:t>
    </dgm:pt>
    <dgm:pt modelId="{08B3A83B-6FF2-43EF-B5B1-8A9166C1DC94}" type="parTrans" cxnId="{A4077D67-8C16-4668-9B27-FDF6883C371B}">
      <dgm:prSet/>
      <dgm:spPr/>
      <dgm:t>
        <a:bodyPr/>
        <a:lstStyle/>
        <a:p>
          <a:endParaRPr lang="en-US"/>
        </a:p>
      </dgm:t>
    </dgm:pt>
    <dgm:pt modelId="{1438D4D7-DE22-4AA9-ADAD-B9814CDBBE5D}" type="sibTrans" cxnId="{A4077D67-8C16-4668-9B27-FDF6883C371B}">
      <dgm:prSet/>
      <dgm:spPr/>
      <dgm:t>
        <a:bodyPr/>
        <a:lstStyle/>
        <a:p>
          <a:endParaRPr lang="en-US"/>
        </a:p>
      </dgm:t>
    </dgm:pt>
    <dgm:pt modelId="{5B12633A-C47F-46EB-8C87-44768754933B}">
      <dgm:prSet phldrT="[Text]"/>
      <dgm:spPr/>
      <dgm:t>
        <a:bodyPr/>
        <a:lstStyle/>
        <a:p>
          <a:r>
            <a:rPr lang="en-US" dirty="0"/>
            <a:t>Restaurant</a:t>
          </a:r>
        </a:p>
      </dgm:t>
    </dgm:pt>
    <dgm:pt modelId="{B7F2493D-9B03-4339-AC2B-8D8C8178D445}" type="parTrans" cxnId="{01769880-3CB2-4362-B04C-7B778EFEA28A}">
      <dgm:prSet/>
      <dgm:spPr/>
      <dgm:t>
        <a:bodyPr/>
        <a:lstStyle/>
        <a:p>
          <a:endParaRPr lang="en-US"/>
        </a:p>
      </dgm:t>
    </dgm:pt>
    <dgm:pt modelId="{0ADE11DE-D15C-45B8-A86C-9465D07DD1D8}" type="sibTrans" cxnId="{01769880-3CB2-4362-B04C-7B778EFEA28A}">
      <dgm:prSet/>
      <dgm:spPr/>
      <dgm:t>
        <a:bodyPr/>
        <a:lstStyle/>
        <a:p>
          <a:endParaRPr lang="en-US"/>
        </a:p>
      </dgm:t>
    </dgm:pt>
    <dgm:pt modelId="{EC57436A-6CDE-49A2-A32D-F269E2719487}">
      <dgm:prSet phldrT="[Text]"/>
      <dgm:spPr/>
      <dgm:t>
        <a:bodyPr/>
        <a:lstStyle/>
        <a:p>
          <a:r>
            <a:rPr lang="en-US" dirty="0" err="1"/>
            <a:t>Unterhaltujngserlektroniik</a:t>
          </a:r>
          <a:endParaRPr lang="en-US" dirty="0"/>
        </a:p>
      </dgm:t>
    </dgm:pt>
    <dgm:pt modelId="{02FCAB2D-64F3-47F6-9F52-A7A654FD8D3B}" type="parTrans" cxnId="{1F5860A1-46B9-48BA-B04A-4AA716AF220F}">
      <dgm:prSet/>
      <dgm:spPr/>
      <dgm:t>
        <a:bodyPr/>
        <a:lstStyle/>
        <a:p>
          <a:endParaRPr lang="en-US"/>
        </a:p>
      </dgm:t>
    </dgm:pt>
    <dgm:pt modelId="{50D3AE5F-5E3A-408A-A9FF-2D9E9F194AA1}" type="sibTrans" cxnId="{1F5860A1-46B9-48BA-B04A-4AA716AF220F}">
      <dgm:prSet/>
      <dgm:spPr/>
      <dgm:t>
        <a:bodyPr/>
        <a:lstStyle/>
        <a:p>
          <a:endParaRPr lang="en-US"/>
        </a:p>
      </dgm:t>
    </dgm:pt>
    <dgm:pt modelId="{7C0D7C2C-4E24-456A-B45A-C3761B27796F}">
      <dgm:prSet phldrT="[Text]"/>
      <dgm:spPr/>
      <dgm:t>
        <a:bodyPr/>
        <a:lstStyle/>
        <a:p>
          <a:r>
            <a:rPr lang="en-US" dirty="0" err="1"/>
            <a:t>Stabsfunktionen</a:t>
          </a:r>
          <a:endParaRPr lang="en-US" dirty="0"/>
        </a:p>
      </dgm:t>
    </dgm:pt>
    <dgm:pt modelId="{3CBB5CF9-9CCC-48B1-AC7E-B1ED3F0139AB}" type="parTrans" cxnId="{9C601F2B-050D-4870-80BE-2E04A1ACFE62}">
      <dgm:prSet/>
      <dgm:spPr/>
      <dgm:t>
        <a:bodyPr/>
        <a:lstStyle/>
        <a:p>
          <a:endParaRPr lang="en-US"/>
        </a:p>
      </dgm:t>
    </dgm:pt>
    <dgm:pt modelId="{BF1D9AEA-0E47-47D5-9174-EAF6215CD08D}" type="sibTrans" cxnId="{9C601F2B-050D-4870-80BE-2E04A1ACFE62}">
      <dgm:prSet/>
      <dgm:spPr/>
      <dgm:t>
        <a:bodyPr/>
        <a:lstStyle/>
        <a:p>
          <a:endParaRPr lang="en-US"/>
        </a:p>
      </dgm:t>
    </dgm:pt>
    <dgm:pt modelId="{BBFCA3D5-5AA9-4972-8578-C148129B8298}" type="pres">
      <dgm:prSet presAssocID="{C64562C6-048B-46FF-BADB-42DAAC85713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0E62D6C-75C2-49AE-864F-45780B41C45F}" type="pres">
      <dgm:prSet presAssocID="{AA6A7CA9-56CE-4913-A5AF-C9DEFA135948}" presName="hierRoot1" presStyleCnt="0">
        <dgm:presLayoutVars>
          <dgm:hierBranch val="init"/>
        </dgm:presLayoutVars>
      </dgm:prSet>
      <dgm:spPr/>
    </dgm:pt>
    <dgm:pt modelId="{42F0A4A1-D4B1-4308-AD56-1EC5C8366360}" type="pres">
      <dgm:prSet presAssocID="{AA6A7CA9-56CE-4913-A5AF-C9DEFA135948}" presName="rootComposite1" presStyleCnt="0"/>
      <dgm:spPr/>
    </dgm:pt>
    <dgm:pt modelId="{F43D6FDB-4A11-4B68-84A3-1B0CCB914B05}" type="pres">
      <dgm:prSet presAssocID="{AA6A7CA9-56CE-4913-A5AF-C9DEFA135948}" presName="rootText1" presStyleLbl="node0" presStyleIdx="0" presStyleCnt="1">
        <dgm:presLayoutVars>
          <dgm:chMax/>
          <dgm:chPref val="3"/>
        </dgm:presLayoutVars>
      </dgm:prSet>
      <dgm:spPr/>
    </dgm:pt>
    <dgm:pt modelId="{19F15CB4-0FA4-4D47-A35B-EF42D3648690}" type="pres">
      <dgm:prSet presAssocID="{AA6A7CA9-56CE-4913-A5AF-C9DEFA135948}" presName="titleText1" presStyleLbl="fgAcc0" presStyleIdx="0" presStyleCnt="1">
        <dgm:presLayoutVars>
          <dgm:chMax val="0"/>
          <dgm:chPref val="0"/>
        </dgm:presLayoutVars>
      </dgm:prSet>
      <dgm:spPr/>
    </dgm:pt>
    <dgm:pt modelId="{43BFFDC8-2A03-4FC4-8A9C-2D97CED51441}" type="pres">
      <dgm:prSet presAssocID="{AA6A7CA9-56CE-4913-A5AF-C9DEFA135948}" presName="rootConnector1" presStyleLbl="node1" presStyleIdx="0" presStyleCnt="33"/>
      <dgm:spPr/>
    </dgm:pt>
    <dgm:pt modelId="{A0D1916F-1B7B-409D-983E-1B9A07B91B53}" type="pres">
      <dgm:prSet presAssocID="{AA6A7CA9-56CE-4913-A5AF-C9DEFA135948}" presName="hierChild2" presStyleCnt="0"/>
      <dgm:spPr/>
    </dgm:pt>
    <dgm:pt modelId="{273967C2-8B8E-4636-A155-E5EDE6B0E374}" type="pres">
      <dgm:prSet presAssocID="{063E352F-EF85-415A-B77F-113133BA81E5}" presName="Name37" presStyleLbl="parChTrans1D2" presStyleIdx="0" presStyleCnt="7"/>
      <dgm:spPr/>
    </dgm:pt>
    <dgm:pt modelId="{9B34B5AC-06FA-4DD4-A154-237BCF51B4A5}" type="pres">
      <dgm:prSet presAssocID="{08DC99B0-5D4E-48BD-8AFB-D098F05C9EE9}" presName="hierRoot2" presStyleCnt="0">
        <dgm:presLayoutVars>
          <dgm:hierBranch val="init"/>
        </dgm:presLayoutVars>
      </dgm:prSet>
      <dgm:spPr/>
    </dgm:pt>
    <dgm:pt modelId="{9A683E08-0857-4DE4-8EF9-10BA2812B815}" type="pres">
      <dgm:prSet presAssocID="{08DC99B0-5D4E-48BD-8AFB-D098F05C9EE9}" presName="rootComposite" presStyleCnt="0"/>
      <dgm:spPr/>
    </dgm:pt>
    <dgm:pt modelId="{A53CAF09-B511-4B61-B4DB-EF0C2575DEA7}" type="pres">
      <dgm:prSet presAssocID="{08DC99B0-5D4E-48BD-8AFB-D098F05C9EE9}" presName="rootText" presStyleLbl="node1" presStyleIdx="0" presStyleCnt="33">
        <dgm:presLayoutVars>
          <dgm:chMax/>
          <dgm:chPref val="3"/>
        </dgm:presLayoutVars>
      </dgm:prSet>
      <dgm:spPr/>
    </dgm:pt>
    <dgm:pt modelId="{CDCE02C8-ED45-43BD-8A1C-3B8A7CF12794}" type="pres">
      <dgm:prSet presAssocID="{08DC99B0-5D4E-48BD-8AFB-D098F05C9EE9}" presName="titleText2" presStyleLbl="fgAcc1" presStyleIdx="0" presStyleCnt="33">
        <dgm:presLayoutVars>
          <dgm:chMax val="0"/>
          <dgm:chPref val="0"/>
        </dgm:presLayoutVars>
      </dgm:prSet>
      <dgm:spPr/>
    </dgm:pt>
    <dgm:pt modelId="{72EC5F9D-9BE0-45AD-B02C-DFC8A9E75723}" type="pres">
      <dgm:prSet presAssocID="{08DC99B0-5D4E-48BD-8AFB-D098F05C9EE9}" presName="rootConnector" presStyleLbl="node2" presStyleIdx="0" presStyleCnt="0"/>
      <dgm:spPr/>
    </dgm:pt>
    <dgm:pt modelId="{A8F01705-7375-4B14-83D9-7F673B28F794}" type="pres">
      <dgm:prSet presAssocID="{08DC99B0-5D4E-48BD-8AFB-D098F05C9EE9}" presName="hierChild4" presStyleCnt="0"/>
      <dgm:spPr/>
    </dgm:pt>
    <dgm:pt modelId="{65FB0F8E-0D5F-4225-A889-A6F81E69B300}" type="pres">
      <dgm:prSet presAssocID="{1F994368-8451-441F-BC41-43D890B4AEFD}" presName="Name37" presStyleLbl="parChTrans1D3" presStyleIdx="0" presStyleCnt="15"/>
      <dgm:spPr/>
    </dgm:pt>
    <dgm:pt modelId="{8427DA2D-724C-4DC2-8775-8B9316F1D678}" type="pres">
      <dgm:prSet presAssocID="{4663BA66-9BAC-424B-849F-C16315088C6C}" presName="hierRoot2" presStyleCnt="0">
        <dgm:presLayoutVars>
          <dgm:hierBranch val="init"/>
        </dgm:presLayoutVars>
      </dgm:prSet>
      <dgm:spPr/>
    </dgm:pt>
    <dgm:pt modelId="{F500CB3D-1BA7-42C4-A19A-D0934CCAD410}" type="pres">
      <dgm:prSet presAssocID="{4663BA66-9BAC-424B-849F-C16315088C6C}" presName="rootComposite" presStyleCnt="0"/>
      <dgm:spPr/>
    </dgm:pt>
    <dgm:pt modelId="{F9DCFD31-F955-4049-82F9-D407C119300A}" type="pres">
      <dgm:prSet presAssocID="{4663BA66-9BAC-424B-849F-C16315088C6C}" presName="rootText" presStyleLbl="node1" presStyleIdx="1" presStyleCnt="33">
        <dgm:presLayoutVars>
          <dgm:chMax/>
          <dgm:chPref val="3"/>
        </dgm:presLayoutVars>
      </dgm:prSet>
      <dgm:spPr/>
    </dgm:pt>
    <dgm:pt modelId="{CE46A0A7-6BB3-4741-B797-865C3458C5BC}" type="pres">
      <dgm:prSet presAssocID="{4663BA66-9BAC-424B-849F-C16315088C6C}" presName="titleText2" presStyleLbl="fgAcc1" presStyleIdx="1" presStyleCnt="33">
        <dgm:presLayoutVars>
          <dgm:chMax val="0"/>
          <dgm:chPref val="0"/>
        </dgm:presLayoutVars>
      </dgm:prSet>
      <dgm:spPr/>
    </dgm:pt>
    <dgm:pt modelId="{6FFAF9DA-2913-4657-8655-3C1501640D11}" type="pres">
      <dgm:prSet presAssocID="{4663BA66-9BAC-424B-849F-C16315088C6C}" presName="rootConnector" presStyleLbl="node3" presStyleIdx="0" presStyleCnt="0"/>
      <dgm:spPr/>
    </dgm:pt>
    <dgm:pt modelId="{2BD8A4BA-E295-4113-ACC9-375CEA059E4F}" type="pres">
      <dgm:prSet presAssocID="{4663BA66-9BAC-424B-849F-C16315088C6C}" presName="hierChild4" presStyleCnt="0"/>
      <dgm:spPr/>
    </dgm:pt>
    <dgm:pt modelId="{CE455AEB-2BD9-4021-A1F1-49C553468A86}" type="pres">
      <dgm:prSet presAssocID="{4663BA66-9BAC-424B-849F-C16315088C6C}" presName="hierChild5" presStyleCnt="0"/>
      <dgm:spPr/>
    </dgm:pt>
    <dgm:pt modelId="{9E4F5C8C-5D8B-46E8-B4A9-E5BE45A04C7A}" type="pres">
      <dgm:prSet presAssocID="{3CBB5CF9-9CCC-48B1-AC7E-B1ED3F0139AB}" presName="Name37" presStyleLbl="parChTrans1D3" presStyleIdx="1" presStyleCnt="15"/>
      <dgm:spPr/>
    </dgm:pt>
    <dgm:pt modelId="{A3FEB4AD-ED0E-4C3D-AF4D-4BB4C2110DD3}" type="pres">
      <dgm:prSet presAssocID="{7C0D7C2C-4E24-456A-B45A-C3761B27796F}" presName="hierRoot2" presStyleCnt="0">
        <dgm:presLayoutVars>
          <dgm:hierBranch val="init"/>
        </dgm:presLayoutVars>
      </dgm:prSet>
      <dgm:spPr/>
    </dgm:pt>
    <dgm:pt modelId="{B8EE268B-E987-4230-9347-74BD54082B69}" type="pres">
      <dgm:prSet presAssocID="{7C0D7C2C-4E24-456A-B45A-C3761B27796F}" presName="rootComposite" presStyleCnt="0"/>
      <dgm:spPr/>
    </dgm:pt>
    <dgm:pt modelId="{110D7D18-3151-465E-B53D-E4A91D0C1B6D}" type="pres">
      <dgm:prSet presAssocID="{7C0D7C2C-4E24-456A-B45A-C3761B27796F}" presName="rootText" presStyleLbl="node1" presStyleIdx="2" presStyleCnt="33">
        <dgm:presLayoutVars>
          <dgm:chMax/>
          <dgm:chPref val="3"/>
        </dgm:presLayoutVars>
      </dgm:prSet>
      <dgm:spPr/>
    </dgm:pt>
    <dgm:pt modelId="{960AD1BC-725E-469A-B778-30712D1C8FDB}" type="pres">
      <dgm:prSet presAssocID="{7C0D7C2C-4E24-456A-B45A-C3761B27796F}" presName="titleText2" presStyleLbl="fgAcc1" presStyleIdx="2" presStyleCnt="33">
        <dgm:presLayoutVars>
          <dgm:chMax val="0"/>
          <dgm:chPref val="0"/>
        </dgm:presLayoutVars>
      </dgm:prSet>
      <dgm:spPr/>
    </dgm:pt>
    <dgm:pt modelId="{6F63CB42-30A3-4F73-A0C9-D406B9D818D1}" type="pres">
      <dgm:prSet presAssocID="{7C0D7C2C-4E24-456A-B45A-C3761B27796F}" presName="rootConnector" presStyleLbl="node3" presStyleIdx="0" presStyleCnt="0"/>
      <dgm:spPr/>
    </dgm:pt>
    <dgm:pt modelId="{36820090-6A30-44EF-A879-22A1494A5040}" type="pres">
      <dgm:prSet presAssocID="{7C0D7C2C-4E24-456A-B45A-C3761B27796F}" presName="hierChild4" presStyleCnt="0"/>
      <dgm:spPr/>
    </dgm:pt>
    <dgm:pt modelId="{2BFCFE01-A3BB-4AF8-877B-4D924417FABE}" type="pres">
      <dgm:prSet presAssocID="{7C0D7C2C-4E24-456A-B45A-C3761B27796F}" presName="hierChild5" presStyleCnt="0"/>
      <dgm:spPr/>
    </dgm:pt>
    <dgm:pt modelId="{D78D868B-1BA0-435E-B12F-DC20D23736D0}" type="pres">
      <dgm:prSet presAssocID="{08DC99B0-5D4E-48BD-8AFB-D098F05C9EE9}" presName="hierChild5" presStyleCnt="0"/>
      <dgm:spPr/>
    </dgm:pt>
    <dgm:pt modelId="{B5C902F7-F8DA-4163-9052-4F1713142601}" type="pres">
      <dgm:prSet presAssocID="{0739379A-E7B4-49D5-9E14-468818D194AE}" presName="Name37" presStyleLbl="parChTrans1D2" presStyleIdx="1" presStyleCnt="7"/>
      <dgm:spPr/>
    </dgm:pt>
    <dgm:pt modelId="{D7232F93-F3FC-4143-B8CD-3A192A8D5033}" type="pres">
      <dgm:prSet presAssocID="{B60D1EB9-4C0A-4AC5-B360-ED0F9290B205}" presName="hierRoot2" presStyleCnt="0">
        <dgm:presLayoutVars>
          <dgm:hierBranch val="init"/>
        </dgm:presLayoutVars>
      </dgm:prSet>
      <dgm:spPr/>
    </dgm:pt>
    <dgm:pt modelId="{B3018D5C-02E6-4777-A201-9FE2C3E79181}" type="pres">
      <dgm:prSet presAssocID="{B60D1EB9-4C0A-4AC5-B360-ED0F9290B205}" presName="rootComposite" presStyleCnt="0"/>
      <dgm:spPr/>
    </dgm:pt>
    <dgm:pt modelId="{78662333-3B16-4916-B7A9-A3623E43E65C}" type="pres">
      <dgm:prSet presAssocID="{B60D1EB9-4C0A-4AC5-B360-ED0F9290B205}" presName="rootText" presStyleLbl="node1" presStyleIdx="3" presStyleCnt="33">
        <dgm:presLayoutVars>
          <dgm:chMax/>
          <dgm:chPref val="3"/>
        </dgm:presLayoutVars>
      </dgm:prSet>
      <dgm:spPr/>
    </dgm:pt>
    <dgm:pt modelId="{A65CAAB2-2012-4592-9360-CBCCC8A4446D}" type="pres">
      <dgm:prSet presAssocID="{B60D1EB9-4C0A-4AC5-B360-ED0F9290B205}" presName="titleText2" presStyleLbl="fgAcc1" presStyleIdx="3" presStyleCnt="33">
        <dgm:presLayoutVars>
          <dgm:chMax val="0"/>
          <dgm:chPref val="0"/>
        </dgm:presLayoutVars>
      </dgm:prSet>
      <dgm:spPr/>
    </dgm:pt>
    <dgm:pt modelId="{9E88B0B9-920D-426C-A12E-0BE7FCA1B555}" type="pres">
      <dgm:prSet presAssocID="{B60D1EB9-4C0A-4AC5-B360-ED0F9290B205}" presName="rootConnector" presStyleLbl="node2" presStyleIdx="0" presStyleCnt="0"/>
      <dgm:spPr/>
    </dgm:pt>
    <dgm:pt modelId="{92DDB9D6-79E3-428D-8ED3-9A7508663408}" type="pres">
      <dgm:prSet presAssocID="{B60D1EB9-4C0A-4AC5-B360-ED0F9290B205}" presName="hierChild4" presStyleCnt="0"/>
      <dgm:spPr/>
    </dgm:pt>
    <dgm:pt modelId="{AB0BAB48-9219-44DE-80E4-842309D061EE}" type="pres">
      <dgm:prSet presAssocID="{B60D1EB9-4C0A-4AC5-B360-ED0F9290B205}" presName="hierChild5" presStyleCnt="0"/>
      <dgm:spPr/>
    </dgm:pt>
    <dgm:pt modelId="{B56995F7-75E6-4A81-A5F7-88834A5BDA2D}" type="pres">
      <dgm:prSet presAssocID="{A823D0EA-EBC1-44DA-A640-75A6F2BECED2}" presName="Name37" presStyleLbl="parChTrans1D2" presStyleIdx="2" presStyleCnt="7"/>
      <dgm:spPr/>
    </dgm:pt>
    <dgm:pt modelId="{6321B173-8CB9-418C-9A41-4D7A9C68B6E3}" type="pres">
      <dgm:prSet presAssocID="{7CA0D031-7BD3-4167-A149-DA289062F9DF}" presName="hierRoot2" presStyleCnt="0">
        <dgm:presLayoutVars>
          <dgm:hierBranch val="init"/>
        </dgm:presLayoutVars>
      </dgm:prSet>
      <dgm:spPr/>
    </dgm:pt>
    <dgm:pt modelId="{2FC44190-ED94-44CB-8F50-1054E7BDC22F}" type="pres">
      <dgm:prSet presAssocID="{7CA0D031-7BD3-4167-A149-DA289062F9DF}" presName="rootComposite" presStyleCnt="0"/>
      <dgm:spPr/>
    </dgm:pt>
    <dgm:pt modelId="{083B6AC9-F2C6-4843-AB11-206BDCAB4921}" type="pres">
      <dgm:prSet presAssocID="{7CA0D031-7BD3-4167-A149-DA289062F9DF}" presName="rootText" presStyleLbl="node1" presStyleIdx="4" presStyleCnt="33">
        <dgm:presLayoutVars>
          <dgm:chMax/>
          <dgm:chPref val="3"/>
        </dgm:presLayoutVars>
      </dgm:prSet>
      <dgm:spPr/>
    </dgm:pt>
    <dgm:pt modelId="{1ADEC977-EEC9-4F34-8CEA-F550B3D9B610}" type="pres">
      <dgm:prSet presAssocID="{7CA0D031-7BD3-4167-A149-DA289062F9DF}" presName="titleText2" presStyleLbl="fgAcc1" presStyleIdx="4" presStyleCnt="33">
        <dgm:presLayoutVars>
          <dgm:chMax val="0"/>
          <dgm:chPref val="0"/>
        </dgm:presLayoutVars>
      </dgm:prSet>
      <dgm:spPr/>
    </dgm:pt>
    <dgm:pt modelId="{97680410-81FC-44B6-A670-7B5EE8694D6D}" type="pres">
      <dgm:prSet presAssocID="{7CA0D031-7BD3-4167-A149-DA289062F9DF}" presName="rootConnector" presStyleLbl="node2" presStyleIdx="0" presStyleCnt="0"/>
      <dgm:spPr/>
    </dgm:pt>
    <dgm:pt modelId="{53EE69F9-F038-4144-A37C-84F1AF282AD1}" type="pres">
      <dgm:prSet presAssocID="{7CA0D031-7BD3-4167-A149-DA289062F9DF}" presName="hierChild4" presStyleCnt="0"/>
      <dgm:spPr/>
    </dgm:pt>
    <dgm:pt modelId="{93AAF875-82A9-43B6-B0F3-808599EFF08F}" type="pres">
      <dgm:prSet presAssocID="{55B9D924-9114-47E4-A368-FF89284DDE46}" presName="Name37" presStyleLbl="parChTrans1D3" presStyleIdx="2" presStyleCnt="15"/>
      <dgm:spPr/>
    </dgm:pt>
    <dgm:pt modelId="{0E8E78C7-FA33-46C3-AFEE-56EDC8DEB561}" type="pres">
      <dgm:prSet presAssocID="{09684396-30BE-4F11-B5F6-38A3E8BF4F4B}" presName="hierRoot2" presStyleCnt="0">
        <dgm:presLayoutVars>
          <dgm:hierBranch val="init"/>
        </dgm:presLayoutVars>
      </dgm:prSet>
      <dgm:spPr/>
    </dgm:pt>
    <dgm:pt modelId="{5CCFC936-0A0B-4FF2-8A26-C081A0F63A45}" type="pres">
      <dgm:prSet presAssocID="{09684396-30BE-4F11-B5F6-38A3E8BF4F4B}" presName="rootComposite" presStyleCnt="0"/>
      <dgm:spPr/>
    </dgm:pt>
    <dgm:pt modelId="{1F5126D8-5E53-432F-BE02-6C7649237263}" type="pres">
      <dgm:prSet presAssocID="{09684396-30BE-4F11-B5F6-38A3E8BF4F4B}" presName="rootText" presStyleLbl="node1" presStyleIdx="5" presStyleCnt="33">
        <dgm:presLayoutVars>
          <dgm:chMax/>
          <dgm:chPref val="3"/>
        </dgm:presLayoutVars>
      </dgm:prSet>
      <dgm:spPr/>
    </dgm:pt>
    <dgm:pt modelId="{0DD8D931-D224-498D-830F-0D1F26CA8A83}" type="pres">
      <dgm:prSet presAssocID="{09684396-30BE-4F11-B5F6-38A3E8BF4F4B}" presName="titleText2" presStyleLbl="fgAcc1" presStyleIdx="5" presStyleCnt="33">
        <dgm:presLayoutVars>
          <dgm:chMax val="0"/>
          <dgm:chPref val="0"/>
        </dgm:presLayoutVars>
      </dgm:prSet>
      <dgm:spPr/>
    </dgm:pt>
    <dgm:pt modelId="{FA3B68B8-5699-44D3-98DA-0AB4F3C66E05}" type="pres">
      <dgm:prSet presAssocID="{09684396-30BE-4F11-B5F6-38A3E8BF4F4B}" presName="rootConnector" presStyleLbl="node3" presStyleIdx="0" presStyleCnt="0"/>
      <dgm:spPr/>
    </dgm:pt>
    <dgm:pt modelId="{E469CE94-EB53-408D-9602-D16A42E683F2}" type="pres">
      <dgm:prSet presAssocID="{09684396-30BE-4F11-B5F6-38A3E8BF4F4B}" presName="hierChild4" presStyleCnt="0"/>
      <dgm:spPr/>
    </dgm:pt>
    <dgm:pt modelId="{276BE6A0-E72C-4891-96F1-0E8D5E626D24}" type="pres">
      <dgm:prSet presAssocID="{16AF74E2-B892-45B6-8320-AE49A25EC5F2}" presName="Name37" presStyleLbl="parChTrans1D4" presStyleIdx="0" presStyleCnt="11"/>
      <dgm:spPr/>
    </dgm:pt>
    <dgm:pt modelId="{D545A3AB-6B60-4BA9-B314-FFF123000A6C}" type="pres">
      <dgm:prSet presAssocID="{588FDA92-BBCE-4EDB-A629-307053C59637}" presName="hierRoot2" presStyleCnt="0">
        <dgm:presLayoutVars>
          <dgm:hierBranch val="init"/>
        </dgm:presLayoutVars>
      </dgm:prSet>
      <dgm:spPr/>
    </dgm:pt>
    <dgm:pt modelId="{2AE58A88-8AB9-4EE9-B12A-E4FA93CB7817}" type="pres">
      <dgm:prSet presAssocID="{588FDA92-BBCE-4EDB-A629-307053C59637}" presName="rootComposite" presStyleCnt="0"/>
      <dgm:spPr/>
    </dgm:pt>
    <dgm:pt modelId="{F45500BE-52F8-4D06-BFEE-C3D5F99480B8}" type="pres">
      <dgm:prSet presAssocID="{588FDA92-BBCE-4EDB-A629-307053C59637}" presName="rootText" presStyleLbl="node1" presStyleIdx="6" presStyleCnt="33">
        <dgm:presLayoutVars>
          <dgm:chMax/>
          <dgm:chPref val="3"/>
        </dgm:presLayoutVars>
      </dgm:prSet>
      <dgm:spPr/>
    </dgm:pt>
    <dgm:pt modelId="{3F6EAE4D-4800-4F11-81D2-CC0E6F8E98BF}" type="pres">
      <dgm:prSet presAssocID="{588FDA92-BBCE-4EDB-A629-307053C59637}" presName="titleText2" presStyleLbl="fgAcc1" presStyleIdx="6" presStyleCnt="33">
        <dgm:presLayoutVars>
          <dgm:chMax val="0"/>
          <dgm:chPref val="0"/>
        </dgm:presLayoutVars>
      </dgm:prSet>
      <dgm:spPr/>
    </dgm:pt>
    <dgm:pt modelId="{C10583C3-0967-473B-A4A0-BE511FDB8C94}" type="pres">
      <dgm:prSet presAssocID="{588FDA92-BBCE-4EDB-A629-307053C59637}" presName="rootConnector" presStyleLbl="node4" presStyleIdx="0" presStyleCnt="0"/>
      <dgm:spPr/>
    </dgm:pt>
    <dgm:pt modelId="{647375B5-ED9A-4E98-8A2F-05EBF173334B}" type="pres">
      <dgm:prSet presAssocID="{588FDA92-BBCE-4EDB-A629-307053C59637}" presName="hierChild4" presStyleCnt="0"/>
      <dgm:spPr/>
    </dgm:pt>
    <dgm:pt modelId="{FC44D79C-999C-4195-9C7A-7ABB96237C90}" type="pres">
      <dgm:prSet presAssocID="{A465880C-5C4C-4436-8025-0542E91EB151}" presName="Name37" presStyleLbl="parChTrans1D4" presStyleIdx="1" presStyleCnt="11"/>
      <dgm:spPr/>
    </dgm:pt>
    <dgm:pt modelId="{3020AE6F-ADA3-4A88-B1B7-CEA08028BB15}" type="pres">
      <dgm:prSet presAssocID="{3BD09EB7-A9D3-4F04-B418-4E6E545DF8E1}" presName="hierRoot2" presStyleCnt="0">
        <dgm:presLayoutVars>
          <dgm:hierBranch val="init"/>
        </dgm:presLayoutVars>
      </dgm:prSet>
      <dgm:spPr/>
    </dgm:pt>
    <dgm:pt modelId="{01EEB166-86FA-49FC-9A5E-94AE9D0C5140}" type="pres">
      <dgm:prSet presAssocID="{3BD09EB7-A9D3-4F04-B418-4E6E545DF8E1}" presName="rootComposite" presStyleCnt="0"/>
      <dgm:spPr/>
    </dgm:pt>
    <dgm:pt modelId="{FC868831-7D90-48CA-B022-6961DE64AC7D}" type="pres">
      <dgm:prSet presAssocID="{3BD09EB7-A9D3-4F04-B418-4E6E545DF8E1}" presName="rootText" presStyleLbl="node1" presStyleIdx="7" presStyleCnt="33">
        <dgm:presLayoutVars>
          <dgm:chMax/>
          <dgm:chPref val="3"/>
        </dgm:presLayoutVars>
      </dgm:prSet>
      <dgm:spPr/>
    </dgm:pt>
    <dgm:pt modelId="{191B3D1B-B8D0-49B2-9DB3-E5ECC23A8736}" type="pres">
      <dgm:prSet presAssocID="{3BD09EB7-A9D3-4F04-B418-4E6E545DF8E1}" presName="titleText2" presStyleLbl="fgAcc1" presStyleIdx="7" presStyleCnt="33">
        <dgm:presLayoutVars>
          <dgm:chMax val="0"/>
          <dgm:chPref val="0"/>
        </dgm:presLayoutVars>
      </dgm:prSet>
      <dgm:spPr/>
    </dgm:pt>
    <dgm:pt modelId="{0A779BA5-AD73-477C-9EA3-AF2295023701}" type="pres">
      <dgm:prSet presAssocID="{3BD09EB7-A9D3-4F04-B418-4E6E545DF8E1}" presName="rootConnector" presStyleLbl="node4" presStyleIdx="0" presStyleCnt="0"/>
      <dgm:spPr/>
    </dgm:pt>
    <dgm:pt modelId="{648A2D53-50D6-45E0-B3CF-A753143FC10E}" type="pres">
      <dgm:prSet presAssocID="{3BD09EB7-A9D3-4F04-B418-4E6E545DF8E1}" presName="hierChild4" presStyleCnt="0"/>
      <dgm:spPr/>
    </dgm:pt>
    <dgm:pt modelId="{0761C0FE-1821-4B40-BECF-8D7569E6AB50}" type="pres">
      <dgm:prSet presAssocID="{3BD09EB7-A9D3-4F04-B418-4E6E545DF8E1}" presName="hierChild5" presStyleCnt="0"/>
      <dgm:spPr/>
    </dgm:pt>
    <dgm:pt modelId="{EA2374ED-AEC9-4FAD-B43C-79DC775207CB}" type="pres">
      <dgm:prSet presAssocID="{305E91D7-9524-42D1-9214-BD9F81650AC8}" presName="Name37" presStyleLbl="parChTrans1D4" presStyleIdx="2" presStyleCnt="11"/>
      <dgm:spPr/>
    </dgm:pt>
    <dgm:pt modelId="{BE761751-1C81-445A-84D6-05A2F561E5F3}" type="pres">
      <dgm:prSet presAssocID="{7CCF1D84-21AA-481C-843F-727A335DE59C}" presName="hierRoot2" presStyleCnt="0">
        <dgm:presLayoutVars>
          <dgm:hierBranch val="init"/>
        </dgm:presLayoutVars>
      </dgm:prSet>
      <dgm:spPr/>
    </dgm:pt>
    <dgm:pt modelId="{1C5C55D9-7026-479E-AC05-FE99A00C6EC2}" type="pres">
      <dgm:prSet presAssocID="{7CCF1D84-21AA-481C-843F-727A335DE59C}" presName="rootComposite" presStyleCnt="0"/>
      <dgm:spPr/>
    </dgm:pt>
    <dgm:pt modelId="{235B0AF2-9890-4448-AF6C-3C4523FD13A3}" type="pres">
      <dgm:prSet presAssocID="{7CCF1D84-21AA-481C-843F-727A335DE59C}" presName="rootText" presStyleLbl="node1" presStyleIdx="8" presStyleCnt="33">
        <dgm:presLayoutVars>
          <dgm:chMax/>
          <dgm:chPref val="3"/>
        </dgm:presLayoutVars>
      </dgm:prSet>
      <dgm:spPr/>
    </dgm:pt>
    <dgm:pt modelId="{EF851151-2B00-44EA-B0DE-DD52563D81D6}" type="pres">
      <dgm:prSet presAssocID="{7CCF1D84-21AA-481C-843F-727A335DE59C}" presName="titleText2" presStyleLbl="fgAcc1" presStyleIdx="8" presStyleCnt="33">
        <dgm:presLayoutVars>
          <dgm:chMax val="0"/>
          <dgm:chPref val="0"/>
        </dgm:presLayoutVars>
      </dgm:prSet>
      <dgm:spPr/>
    </dgm:pt>
    <dgm:pt modelId="{E2D1ED68-788D-48D9-964D-27F6357C22A7}" type="pres">
      <dgm:prSet presAssocID="{7CCF1D84-21AA-481C-843F-727A335DE59C}" presName="rootConnector" presStyleLbl="node4" presStyleIdx="0" presStyleCnt="0"/>
      <dgm:spPr/>
    </dgm:pt>
    <dgm:pt modelId="{D7203D1A-982B-4982-9813-8EB418D2E863}" type="pres">
      <dgm:prSet presAssocID="{7CCF1D84-21AA-481C-843F-727A335DE59C}" presName="hierChild4" presStyleCnt="0"/>
      <dgm:spPr/>
    </dgm:pt>
    <dgm:pt modelId="{6F8EE97E-3C19-4CBE-A311-BD269B3A9795}" type="pres">
      <dgm:prSet presAssocID="{7CCF1D84-21AA-481C-843F-727A335DE59C}" presName="hierChild5" presStyleCnt="0"/>
      <dgm:spPr/>
    </dgm:pt>
    <dgm:pt modelId="{B15D8494-854B-4CB3-9F70-80120EB945C0}" type="pres">
      <dgm:prSet presAssocID="{588FDA92-BBCE-4EDB-A629-307053C59637}" presName="hierChild5" presStyleCnt="0"/>
      <dgm:spPr/>
    </dgm:pt>
    <dgm:pt modelId="{446600FC-C95F-49CC-8151-D3BE044847FC}" type="pres">
      <dgm:prSet presAssocID="{2C4E5C6B-A1F6-460D-BE11-71F56177F4CC}" presName="Name37" presStyleLbl="parChTrans1D4" presStyleIdx="3" presStyleCnt="11"/>
      <dgm:spPr/>
    </dgm:pt>
    <dgm:pt modelId="{47B87802-549F-4E13-AD9A-E73DB6F52DA2}" type="pres">
      <dgm:prSet presAssocID="{41B7830A-4D52-4B5B-B3AF-99AC9C15C648}" presName="hierRoot2" presStyleCnt="0">
        <dgm:presLayoutVars>
          <dgm:hierBranch val="init"/>
        </dgm:presLayoutVars>
      </dgm:prSet>
      <dgm:spPr/>
    </dgm:pt>
    <dgm:pt modelId="{0199F3FD-C42F-453E-A168-80DD0CF161E4}" type="pres">
      <dgm:prSet presAssocID="{41B7830A-4D52-4B5B-B3AF-99AC9C15C648}" presName="rootComposite" presStyleCnt="0"/>
      <dgm:spPr/>
    </dgm:pt>
    <dgm:pt modelId="{01809C96-0013-4DF9-9522-8A5E1A4687CE}" type="pres">
      <dgm:prSet presAssocID="{41B7830A-4D52-4B5B-B3AF-99AC9C15C648}" presName="rootText" presStyleLbl="node1" presStyleIdx="9" presStyleCnt="33">
        <dgm:presLayoutVars>
          <dgm:chMax/>
          <dgm:chPref val="3"/>
        </dgm:presLayoutVars>
      </dgm:prSet>
      <dgm:spPr/>
    </dgm:pt>
    <dgm:pt modelId="{F283BE37-9C27-477C-AEF0-D35CF4E2C8C6}" type="pres">
      <dgm:prSet presAssocID="{41B7830A-4D52-4B5B-B3AF-99AC9C15C648}" presName="titleText2" presStyleLbl="fgAcc1" presStyleIdx="9" presStyleCnt="33">
        <dgm:presLayoutVars>
          <dgm:chMax val="0"/>
          <dgm:chPref val="0"/>
        </dgm:presLayoutVars>
      </dgm:prSet>
      <dgm:spPr/>
    </dgm:pt>
    <dgm:pt modelId="{08D3A322-4008-41BC-9C0E-2FE8850B701A}" type="pres">
      <dgm:prSet presAssocID="{41B7830A-4D52-4B5B-B3AF-99AC9C15C648}" presName="rootConnector" presStyleLbl="node4" presStyleIdx="0" presStyleCnt="0"/>
      <dgm:spPr/>
    </dgm:pt>
    <dgm:pt modelId="{D49702FE-F4C8-4810-AF0F-F4FF1EE0C071}" type="pres">
      <dgm:prSet presAssocID="{41B7830A-4D52-4B5B-B3AF-99AC9C15C648}" presName="hierChild4" presStyleCnt="0"/>
      <dgm:spPr/>
    </dgm:pt>
    <dgm:pt modelId="{9CAB592F-6A5B-4CBE-A4CC-B3B41C9295ED}" type="pres">
      <dgm:prSet presAssocID="{3273B96A-FBBD-43F4-8E9F-D6C0AD77C0ED}" presName="Name37" presStyleLbl="parChTrans1D4" presStyleIdx="4" presStyleCnt="11"/>
      <dgm:spPr/>
    </dgm:pt>
    <dgm:pt modelId="{F3FB56AD-41E5-4111-9288-4E8D9FB2FA80}" type="pres">
      <dgm:prSet presAssocID="{6270CBD4-1376-488F-978A-738E58966B9B}" presName="hierRoot2" presStyleCnt="0">
        <dgm:presLayoutVars>
          <dgm:hierBranch val="init"/>
        </dgm:presLayoutVars>
      </dgm:prSet>
      <dgm:spPr/>
    </dgm:pt>
    <dgm:pt modelId="{6BBDDBC6-24BB-48A5-9DF5-AE54D000BB53}" type="pres">
      <dgm:prSet presAssocID="{6270CBD4-1376-488F-978A-738E58966B9B}" presName="rootComposite" presStyleCnt="0"/>
      <dgm:spPr/>
    </dgm:pt>
    <dgm:pt modelId="{8C7229A4-3FB6-411D-9B68-A85FBCE9392F}" type="pres">
      <dgm:prSet presAssocID="{6270CBD4-1376-488F-978A-738E58966B9B}" presName="rootText" presStyleLbl="node1" presStyleIdx="10" presStyleCnt="33">
        <dgm:presLayoutVars>
          <dgm:chMax/>
          <dgm:chPref val="3"/>
        </dgm:presLayoutVars>
      </dgm:prSet>
      <dgm:spPr/>
    </dgm:pt>
    <dgm:pt modelId="{C0B8919A-5B4C-4C21-889B-BDB85EAFA950}" type="pres">
      <dgm:prSet presAssocID="{6270CBD4-1376-488F-978A-738E58966B9B}" presName="titleText2" presStyleLbl="fgAcc1" presStyleIdx="10" presStyleCnt="33">
        <dgm:presLayoutVars>
          <dgm:chMax val="0"/>
          <dgm:chPref val="0"/>
        </dgm:presLayoutVars>
      </dgm:prSet>
      <dgm:spPr/>
    </dgm:pt>
    <dgm:pt modelId="{D042F7DF-5AA0-48EA-968E-CC1A3A317091}" type="pres">
      <dgm:prSet presAssocID="{6270CBD4-1376-488F-978A-738E58966B9B}" presName="rootConnector" presStyleLbl="node4" presStyleIdx="0" presStyleCnt="0"/>
      <dgm:spPr/>
    </dgm:pt>
    <dgm:pt modelId="{8343CDD1-52A1-4F0C-914B-55F652D30291}" type="pres">
      <dgm:prSet presAssocID="{6270CBD4-1376-488F-978A-738E58966B9B}" presName="hierChild4" presStyleCnt="0"/>
      <dgm:spPr/>
    </dgm:pt>
    <dgm:pt modelId="{C0FA4566-2711-4788-8170-FC9F6A503BEE}" type="pres">
      <dgm:prSet presAssocID="{08B3A83B-6FF2-43EF-B5B1-8A9166C1DC94}" presName="Name37" presStyleLbl="parChTrans1D4" presStyleIdx="5" presStyleCnt="11"/>
      <dgm:spPr/>
    </dgm:pt>
    <dgm:pt modelId="{7FD25F6F-F562-430E-B97D-DD279D38A43D}" type="pres">
      <dgm:prSet presAssocID="{3D27B399-6769-4B16-8E00-FDF0FEEC59B5}" presName="hierRoot2" presStyleCnt="0">
        <dgm:presLayoutVars>
          <dgm:hierBranch val="init"/>
        </dgm:presLayoutVars>
      </dgm:prSet>
      <dgm:spPr/>
    </dgm:pt>
    <dgm:pt modelId="{07837FFC-A17A-4F77-8BA2-2999466C105A}" type="pres">
      <dgm:prSet presAssocID="{3D27B399-6769-4B16-8E00-FDF0FEEC59B5}" presName="rootComposite" presStyleCnt="0"/>
      <dgm:spPr/>
    </dgm:pt>
    <dgm:pt modelId="{388713E7-4403-487E-BF9B-A9E3160BE173}" type="pres">
      <dgm:prSet presAssocID="{3D27B399-6769-4B16-8E00-FDF0FEEC59B5}" presName="rootText" presStyleLbl="node1" presStyleIdx="11" presStyleCnt="33">
        <dgm:presLayoutVars>
          <dgm:chMax/>
          <dgm:chPref val="3"/>
        </dgm:presLayoutVars>
      </dgm:prSet>
      <dgm:spPr/>
    </dgm:pt>
    <dgm:pt modelId="{70A5D23A-74C9-4735-BA28-37202321DCF7}" type="pres">
      <dgm:prSet presAssocID="{3D27B399-6769-4B16-8E00-FDF0FEEC59B5}" presName="titleText2" presStyleLbl="fgAcc1" presStyleIdx="11" presStyleCnt="33">
        <dgm:presLayoutVars>
          <dgm:chMax val="0"/>
          <dgm:chPref val="0"/>
        </dgm:presLayoutVars>
      </dgm:prSet>
      <dgm:spPr/>
    </dgm:pt>
    <dgm:pt modelId="{71DF1BAD-7556-4CAB-8709-396353E21BE5}" type="pres">
      <dgm:prSet presAssocID="{3D27B399-6769-4B16-8E00-FDF0FEEC59B5}" presName="rootConnector" presStyleLbl="node4" presStyleIdx="0" presStyleCnt="0"/>
      <dgm:spPr/>
    </dgm:pt>
    <dgm:pt modelId="{158971B7-CF5E-4D70-90C2-2CAF66122CB5}" type="pres">
      <dgm:prSet presAssocID="{3D27B399-6769-4B16-8E00-FDF0FEEC59B5}" presName="hierChild4" presStyleCnt="0"/>
      <dgm:spPr/>
    </dgm:pt>
    <dgm:pt modelId="{99E610D4-3E9D-4317-8EC3-690038F3EA1E}" type="pres">
      <dgm:prSet presAssocID="{3D27B399-6769-4B16-8E00-FDF0FEEC59B5}" presName="hierChild5" presStyleCnt="0"/>
      <dgm:spPr/>
    </dgm:pt>
    <dgm:pt modelId="{8D49B50D-AECB-4A01-A349-7DDA5256D183}" type="pres">
      <dgm:prSet presAssocID="{B7F2493D-9B03-4339-AC2B-8D8C8178D445}" presName="Name37" presStyleLbl="parChTrans1D4" presStyleIdx="6" presStyleCnt="11"/>
      <dgm:spPr/>
    </dgm:pt>
    <dgm:pt modelId="{68BEB1D4-EB6A-4030-B29B-D8E82D308C37}" type="pres">
      <dgm:prSet presAssocID="{5B12633A-C47F-46EB-8C87-44768754933B}" presName="hierRoot2" presStyleCnt="0">
        <dgm:presLayoutVars>
          <dgm:hierBranch val="init"/>
        </dgm:presLayoutVars>
      </dgm:prSet>
      <dgm:spPr/>
    </dgm:pt>
    <dgm:pt modelId="{87D17E5A-DFFB-4670-AEE8-E336C8A58B60}" type="pres">
      <dgm:prSet presAssocID="{5B12633A-C47F-46EB-8C87-44768754933B}" presName="rootComposite" presStyleCnt="0"/>
      <dgm:spPr/>
    </dgm:pt>
    <dgm:pt modelId="{EF734D6C-3F05-4B69-A4C9-93D0914FFF4A}" type="pres">
      <dgm:prSet presAssocID="{5B12633A-C47F-46EB-8C87-44768754933B}" presName="rootText" presStyleLbl="node1" presStyleIdx="12" presStyleCnt="33">
        <dgm:presLayoutVars>
          <dgm:chMax/>
          <dgm:chPref val="3"/>
        </dgm:presLayoutVars>
      </dgm:prSet>
      <dgm:spPr/>
    </dgm:pt>
    <dgm:pt modelId="{4D2F7943-C81B-4773-9246-AB69420964F5}" type="pres">
      <dgm:prSet presAssocID="{5B12633A-C47F-46EB-8C87-44768754933B}" presName="titleText2" presStyleLbl="fgAcc1" presStyleIdx="12" presStyleCnt="33">
        <dgm:presLayoutVars>
          <dgm:chMax val="0"/>
          <dgm:chPref val="0"/>
        </dgm:presLayoutVars>
      </dgm:prSet>
      <dgm:spPr/>
    </dgm:pt>
    <dgm:pt modelId="{2EF0A287-D05A-4EBD-A01B-F1DED02F029E}" type="pres">
      <dgm:prSet presAssocID="{5B12633A-C47F-46EB-8C87-44768754933B}" presName="rootConnector" presStyleLbl="node4" presStyleIdx="0" presStyleCnt="0"/>
      <dgm:spPr/>
    </dgm:pt>
    <dgm:pt modelId="{DC613F14-8604-44A1-95EB-3D66F5E4B374}" type="pres">
      <dgm:prSet presAssocID="{5B12633A-C47F-46EB-8C87-44768754933B}" presName="hierChild4" presStyleCnt="0"/>
      <dgm:spPr/>
    </dgm:pt>
    <dgm:pt modelId="{A48DCEB5-BE20-4FCC-89FA-4314A7D02371}" type="pres">
      <dgm:prSet presAssocID="{5B12633A-C47F-46EB-8C87-44768754933B}" presName="hierChild5" presStyleCnt="0"/>
      <dgm:spPr/>
    </dgm:pt>
    <dgm:pt modelId="{316A3285-31E1-4531-BFE0-EC73476C7061}" type="pres">
      <dgm:prSet presAssocID="{02FCAB2D-64F3-47F6-9F52-A7A654FD8D3B}" presName="Name37" presStyleLbl="parChTrans1D4" presStyleIdx="7" presStyleCnt="11"/>
      <dgm:spPr/>
    </dgm:pt>
    <dgm:pt modelId="{D67A434F-B0F9-448D-8509-00DC253DFB2B}" type="pres">
      <dgm:prSet presAssocID="{EC57436A-6CDE-49A2-A32D-F269E2719487}" presName="hierRoot2" presStyleCnt="0">
        <dgm:presLayoutVars>
          <dgm:hierBranch val="init"/>
        </dgm:presLayoutVars>
      </dgm:prSet>
      <dgm:spPr/>
    </dgm:pt>
    <dgm:pt modelId="{348B8C4D-E9A8-4F0D-A4E2-5903476FEC14}" type="pres">
      <dgm:prSet presAssocID="{EC57436A-6CDE-49A2-A32D-F269E2719487}" presName="rootComposite" presStyleCnt="0"/>
      <dgm:spPr/>
    </dgm:pt>
    <dgm:pt modelId="{5B0B0F34-1149-413A-8794-7854990E2BA2}" type="pres">
      <dgm:prSet presAssocID="{EC57436A-6CDE-49A2-A32D-F269E2719487}" presName="rootText" presStyleLbl="node1" presStyleIdx="13" presStyleCnt="33" custLinFactNeighborY="4203">
        <dgm:presLayoutVars>
          <dgm:chMax/>
          <dgm:chPref val="3"/>
        </dgm:presLayoutVars>
      </dgm:prSet>
      <dgm:spPr/>
    </dgm:pt>
    <dgm:pt modelId="{8B1B9A61-AF3A-47E1-B936-24816ABE470A}" type="pres">
      <dgm:prSet presAssocID="{EC57436A-6CDE-49A2-A32D-F269E2719487}" presName="titleText2" presStyleLbl="fgAcc1" presStyleIdx="13" presStyleCnt="33">
        <dgm:presLayoutVars>
          <dgm:chMax val="0"/>
          <dgm:chPref val="0"/>
        </dgm:presLayoutVars>
      </dgm:prSet>
      <dgm:spPr/>
    </dgm:pt>
    <dgm:pt modelId="{F773ED45-1246-4A52-96F7-6EDAF61A73CA}" type="pres">
      <dgm:prSet presAssocID="{EC57436A-6CDE-49A2-A32D-F269E2719487}" presName="rootConnector" presStyleLbl="node4" presStyleIdx="0" presStyleCnt="0"/>
      <dgm:spPr/>
    </dgm:pt>
    <dgm:pt modelId="{0E9C5716-C953-4A09-8716-703D1975192C}" type="pres">
      <dgm:prSet presAssocID="{EC57436A-6CDE-49A2-A32D-F269E2719487}" presName="hierChild4" presStyleCnt="0"/>
      <dgm:spPr/>
    </dgm:pt>
    <dgm:pt modelId="{B78ADFA6-EE99-48D2-88F5-FAFCA71519C3}" type="pres">
      <dgm:prSet presAssocID="{EC57436A-6CDE-49A2-A32D-F269E2719487}" presName="hierChild5" presStyleCnt="0"/>
      <dgm:spPr/>
    </dgm:pt>
    <dgm:pt modelId="{1BFD8013-14CA-46E0-A434-21A969B07506}" type="pres">
      <dgm:prSet presAssocID="{6270CBD4-1376-488F-978A-738E58966B9B}" presName="hierChild5" presStyleCnt="0"/>
      <dgm:spPr/>
    </dgm:pt>
    <dgm:pt modelId="{A5027499-F5ED-4556-BB73-B7A3C2CD0083}" type="pres">
      <dgm:prSet presAssocID="{41B7830A-4D52-4B5B-B3AF-99AC9C15C648}" presName="hierChild5" presStyleCnt="0"/>
      <dgm:spPr/>
    </dgm:pt>
    <dgm:pt modelId="{BA82EBC6-158C-4D3C-A140-DCD42678F552}" type="pres">
      <dgm:prSet presAssocID="{09684396-30BE-4F11-B5F6-38A3E8BF4F4B}" presName="hierChild5" presStyleCnt="0"/>
      <dgm:spPr/>
    </dgm:pt>
    <dgm:pt modelId="{93A601C9-5E6F-47B9-97D5-C1CFA42E8C60}" type="pres">
      <dgm:prSet presAssocID="{1C3D1C21-3293-448D-91AE-B156063FCEF2}" presName="Name37" presStyleLbl="parChTrans1D3" presStyleIdx="3" presStyleCnt="15"/>
      <dgm:spPr/>
    </dgm:pt>
    <dgm:pt modelId="{FB85456D-482C-422F-9883-9F1B560A03E4}" type="pres">
      <dgm:prSet presAssocID="{AC49A69E-A7C4-4AC2-933A-0D403DC55427}" presName="hierRoot2" presStyleCnt="0">
        <dgm:presLayoutVars>
          <dgm:hierBranch val="init"/>
        </dgm:presLayoutVars>
      </dgm:prSet>
      <dgm:spPr/>
    </dgm:pt>
    <dgm:pt modelId="{3F5C1FF4-413A-4D46-AC5C-328E35F598D7}" type="pres">
      <dgm:prSet presAssocID="{AC49A69E-A7C4-4AC2-933A-0D403DC55427}" presName="rootComposite" presStyleCnt="0"/>
      <dgm:spPr/>
    </dgm:pt>
    <dgm:pt modelId="{B166301C-398C-4926-BE18-E808C3058B1C}" type="pres">
      <dgm:prSet presAssocID="{AC49A69E-A7C4-4AC2-933A-0D403DC55427}" presName="rootText" presStyleLbl="node1" presStyleIdx="14" presStyleCnt="33">
        <dgm:presLayoutVars>
          <dgm:chMax/>
          <dgm:chPref val="3"/>
        </dgm:presLayoutVars>
      </dgm:prSet>
      <dgm:spPr/>
    </dgm:pt>
    <dgm:pt modelId="{9BB9564F-1582-4318-9AC9-D6C0B7AE0AAB}" type="pres">
      <dgm:prSet presAssocID="{AC49A69E-A7C4-4AC2-933A-0D403DC55427}" presName="titleText2" presStyleLbl="fgAcc1" presStyleIdx="14" presStyleCnt="33">
        <dgm:presLayoutVars>
          <dgm:chMax val="0"/>
          <dgm:chPref val="0"/>
        </dgm:presLayoutVars>
      </dgm:prSet>
      <dgm:spPr/>
    </dgm:pt>
    <dgm:pt modelId="{AC3D2085-F474-4217-B122-0BE46CDFA255}" type="pres">
      <dgm:prSet presAssocID="{AC49A69E-A7C4-4AC2-933A-0D403DC55427}" presName="rootConnector" presStyleLbl="node3" presStyleIdx="0" presStyleCnt="0"/>
      <dgm:spPr/>
    </dgm:pt>
    <dgm:pt modelId="{582AE459-01CE-4864-9A94-B2297719AEDF}" type="pres">
      <dgm:prSet presAssocID="{AC49A69E-A7C4-4AC2-933A-0D403DC55427}" presName="hierChild4" presStyleCnt="0"/>
      <dgm:spPr/>
    </dgm:pt>
    <dgm:pt modelId="{F4BFCA6C-2D07-437B-B924-B1628F3337C8}" type="pres">
      <dgm:prSet presAssocID="{AC49A69E-A7C4-4AC2-933A-0D403DC55427}" presName="hierChild5" presStyleCnt="0"/>
      <dgm:spPr/>
    </dgm:pt>
    <dgm:pt modelId="{33004647-06B9-4D8B-9BAC-FFAB77B9373A}" type="pres">
      <dgm:prSet presAssocID="{57A65B5D-D644-4AEC-AC56-B4E694C3D721}" presName="Name37" presStyleLbl="parChTrans1D3" presStyleIdx="4" presStyleCnt="15"/>
      <dgm:spPr/>
    </dgm:pt>
    <dgm:pt modelId="{656A2F4F-728C-4ADC-944A-30D41C972388}" type="pres">
      <dgm:prSet presAssocID="{78B310A6-D9EC-4D16-9ED6-342878F3A5D2}" presName="hierRoot2" presStyleCnt="0">
        <dgm:presLayoutVars>
          <dgm:hierBranch val="init"/>
        </dgm:presLayoutVars>
      </dgm:prSet>
      <dgm:spPr/>
    </dgm:pt>
    <dgm:pt modelId="{8A59A0C3-48E3-4CC3-BFED-39F711D0C8FD}" type="pres">
      <dgm:prSet presAssocID="{78B310A6-D9EC-4D16-9ED6-342878F3A5D2}" presName="rootComposite" presStyleCnt="0"/>
      <dgm:spPr/>
    </dgm:pt>
    <dgm:pt modelId="{062D56C0-AF49-4D00-B296-79BD57FBB6D7}" type="pres">
      <dgm:prSet presAssocID="{78B310A6-D9EC-4D16-9ED6-342878F3A5D2}" presName="rootText" presStyleLbl="node1" presStyleIdx="15" presStyleCnt="33">
        <dgm:presLayoutVars>
          <dgm:chMax/>
          <dgm:chPref val="3"/>
        </dgm:presLayoutVars>
      </dgm:prSet>
      <dgm:spPr/>
    </dgm:pt>
    <dgm:pt modelId="{3B778528-B224-4C59-82DD-200B99C41747}" type="pres">
      <dgm:prSet presAssocID="{78B310A6-D9EC-4D16-9ED6-342878F3A5D2}" presName="titleText2" presStyleLbl="fgAcc1" presStyleIdx="15" presStyleCnt="33">
        <dgm:presLayoutVars>
          <dgm:chMax val="0"/>
          <dgm:chPref val="0"/>
        </dgm:presLayoutVars>
      </dgm:prSet>
      <dgm:spPr/>
    </dgm:pt>
    <dgm:pt modelId="{D205EEFD-F07D-48B5-8052-E0909D459A16}" type="pres">
      <dgm:prSet presAssocID="{78B310A6-D9EC-4D16-9ED6-342878F3A5D2}" presName="rootConnector" presStyleLbl="node3" presStyleIdx="0" presStyleCnt="0"/>
      <dgm:spPr/>
    </dgm:pt>
    <dgm:pt modelId="{7BA9586C-55A7-4111-8832-1275082E1B5F}" type="pres">
      <dgm:prSet presAssocID="{78B310A6-D9EC-4D16-9ED6-342878F3A5D2}" presName="hierChild4" presStyleCnt="0"/>
      <dgm:spPr/>
    </dgm:pt>
    <dgm:pt modelId="{DE8DB5D1-144A-49F6-A3B6-CF0C42D12E82}" type="pres">
      <dgm:prSet presAssocID="{78B310A6-D9EC-4D16-9ED6-342878F3A5D2}" presName="hierChild5" presStyleCnt="0"/>
      <dgm:spPr/>
    </dgm:pt>
    <dgm:pt modelId="{9752D331-25E8-4354-8D39-5B81A2534BD4}" type="pres">
      <dgm:prSet presAssocID="{7CA0D031-7BD3-4167-A149-DA289062F9DF}" presName="hierChild5" presStyleCnt="0"/>
      <dgm:spPr/>
    </dgm:pt>
    <dgm:pt modelId="{37573656-3A89-4041-9030-153031DA62B3}" type="pres">
      <dgm:prSet presAssocID="{3995FF37-DE58-418A-A318-E940DB88638F}" presName="Name37" presStyleLbl="parChTrans1D2" presStyleIdx="3" presStyleCnt="7"/>
      <dgm:spPr/>
    </dgm:pt>
    <dgm:pt modelId="{56096913-C562-4656-A3E7-7F4535A4E921}" type="pres">
      <dgm:prSet presAssocID="{17853874-AD7D-4984-8781-EC125DC891FD}" presName="hierRoot2" presStyleCnt="0">
        <dgm:presLayoutVars>
          <dgm:hierBranch val="init"/>
        </dgm:presLayoutVars>
      </dgm:prSet>
      <dgm:spPr/>
    </dgm:pt>
    <dgm:pt modelId="{6313A9C2-5D28-4539-AB92-C6D5029D60E1}" type="pres">
      <dgm:prSet presAssocID="{17853874-AD7D-4984-8781-EC125DC891FD}" presName="rootComposite" presStyleCnt="0"/>
      <dgm:spPr/>
    </dgm:pt>
    <dgm:pt modelId="{F7B0F3BD-32CA-4B11-9EAB-31CE2D8B598C}" type="pres">
      <dgm:prSet presAssocID="{17853874-AD7D-4984-8781-EC125DC891FD}" presName="rootText" presStyleLbl="node1" presStyleIdx="16" presStyleCnt="33">
        <dgm:presLayoutVars>
          <dgm:chMax/>
          <dgm:chPref val="3"/>
        </dgm:presLayoutVars>
      </dgm:prSet>
      <dgm:spPr/>
    </dgm:pt>
    <dgm:pt modelId="{EB4CD816-FFA4-4C40-AF42-D36ABF49AB8F}" type="pres">
      <dgm:prSet presAssocID="{17853874-AD7D-4984-8781-EC125DC891FD}" presName="titleText2" presStyleLbl="fgAcc1" presStyleIdx="16" presStyleCnt="33">
        <dgm:presLayoutVars>
          <dgm:chMax val="0"/>
          <dgm:chPref val="0"/>
        </dgm:presLayoutVars>
      </dgm:prSet>
      <dgm:spPr/>
    </dgm:pt>
    <dgm:pt modelId="{8BF5DDDD-D999-43DB-8477-0DABAAE714DC}" type="pres">
      <dgm:prSet presAssocID="{17853874-AD7D-4984-8781-EC125DC891FD}" presName="rootConnector" presStyleLbl="node2" presStyleIdx="0" presStyleCnt="0"/>
      <dgm:spPr/>
    </dgm:pt>
    <dgm:pt modelId="{D05FB72F-524C-41DD-A19F-F5B407374848}" type="pres">
      <dgm:prSet presAssocID="{17853874-AD7D-4984-8781-EC125DC891FD}" presName="hierChild4" presStyleCnt="0"/>
      <dgm:spPr/>
    </dgm:pt>
    <dgm:pt modelId="{D8B094A8-1C83-4188-9D40-13CEBB0AD880}" type="pres">
      <dgm:prSet presAssocID="{B777A0FD-5872-4A02-ACF6-94145E9D14B5}" presName="Name37" presStyleLbl="parChTrans1D3" presStyleIdx="5" presStyleCnt="15"/>
      <dgm:spPr/>
    </dgm:pt>
    <dgm:pt modelId="{46CC0153-86E2-4C61-B336-EE4CF333740A}" type="pres">
      <dgm:prSet presAssocID="{60A592A2-C234-4EA2-AB80-AD5F20C511DE}" presName="hierRoot2" presStyleCnt="0">
        <dgm:presLayoutVars>
          <dgm:hierBranch val="init"/>
        </dgm:presLayoutVars>
      </dgm:prSet>
      <dgm:spPr/>
    </dgm:pt>
    <dgm:pt modelId="{A8A593E4-86E7-497A-96B0-ED573A66576F}" type="pres">
      <dgm:prSet presAssocID="{60A592A2-C234-4EA2-AB80-AD5F20C511DE}" presName="rootComposite" presStyleCnt="0"/>
      <dgm:spPr/>
    </dgm:pt>
    <dgm:pt modelId="{CBC9610D-87A7-4C52-A2E7-050ED74E6054}" type="pres">
      <dgm:prSet presAssocID="{60A592A2-C234-4EA2-AB80-AD5F20C511DE}" presName="rootText" presStyleLbl="node1" presStyleIdx="17" presStyleCnt="33">
        <dgm:presLayoutVars>
          <dgm:chMax/>
          <dgm:chPref val="3"/>
        </dgm:presLayoutVars>
      </dgm:prSet>
      <dgm:spPr/>
    </dgm:pt>
    <dgm:pt modelId="{F2754A59-072E-4AF7-B042-594A287C43FA}" type="pres">
      <dgm:prSet presAssocID="{60A592A2-C234-4EA2-AB80-AD5F20C511DE}" presName="titleText2" presStyleLbl="fgAcc1" presStyleIdx="17" presStyleCnt="33">
        <dgm:presLayoutVars>
          <dgm:chMax val="0"/>
          <dgm:chPref val="0"/>
        </dgm:presLayoutVars>
      </dgm:prSet>
      <dgm:spPr/>
    </dgm:pt>
    <dgm:pt modelId="{DD3BDB08-8C9D-4910-B044-6D133C0599EC}" type="pres">
      <dgm:prSet presAssocID="{60A592A2-C234-4EA2-AB80-AD5F20C511DE}" presName="rootConnector" presStyleLbl="node3" presStyleIdx="0" presStyleCnt="0"/>
      <dgm:spPr/>
    </dgm:pt>
    <dgm:pt modelId="{0034B74E-BC1F-4634-BC17-709D5CED8E52}" type="pres">
      <dgm:prSet presAssocID="{60A592A2-C234-4EA2-AB80-AD5F20C511DE}" presName="hierChild4" presStyleCnt="0"/>
      <dgm:spPr/>
    </dgm:pt>
    <dgm:pt modelId="{6B094524-5BF7-48D8-A36C-CA1AE36FAEFB}" type="pres">
      <dgm:prSet presAssocID="{60A592A2-C234-4EA2-AB80-AD5F20C511DE}" presName="hierChild5" presStyleCnt="0"/>
      <dgm:spPr/>
    </dgm:pt>
    <dgm:pt modelId="{112F648B-0E9C-497F-A23A-CEF0DEE758BC}" type="pres">
      <dgm:prSet presAssocID="{7B1DD0E0-14DE-4E1C-86E8-7194D6CC4CFB}" presName="Name37" presStyleLbl="parChTrans1D3" presStyleIdx="6" presStyleCnt="15"/>
      <dgm:spPr/>
    </dgm:pt>
    <dgm:pt modelId="{1DBC21A0-5434-471B-B5D1-DC1AAE062916}" type="pres">
      <dgm:prSet presAssocID="{E96AE7B2-573A-4146-A838-A3B6C7FB3E83}" presName="hierRoot2" presStyleCnt="0">
        <dgm:presLayoutVars>
          <dgm:hierBranch val="init"/>
        </dgm:presLayoutVars>
      </dgm:prSet>
      <dgm:spPr/>
    </dgm:pt>
    <dgm:pt modelId="{C6F11C89-38F2-4770-A75C-6D424BE89386}" type="pres">
      <dgm:prSet presAssocID="{E96AE7B2-573A-4146-A838-A3B6C7FB3E83}" presName="rootComposite" presStyleCnt="0"/>
      <dgm:spPr/>
    </dgm:pt>
    <dgm:pt modelId="{0BBBC990-B87C-4344-9AD0-D028857C3C8B}" type="pres">
      <dgm:prSet presAssocID="{E96AE7B2-573A-4146-A838-A3B6C7FB3E83}" presName="rootText" presStyleLbl="node1" presStyleIdx="18" presStyleCnt="33">
        <dgm:presLayoutVars>
          <dgm:chMax/>
          <dgm:chPref val="3"/>
        </dgm:presLayoutVars>
      </dgm:prSet>
      <dgm:spPr/>
    </dgm:pt>
    <dgm:pt modelId="{01649C41-58CB-4DE7-91A4-641B11AA3063}" type="pres">
      <dgm:prSet presAssocID="{E96AE7B2-573A-4146-A838-A3B6C7FB3E83}" presName="titleText2" presStyleLbl="fgAcc1" presStyleIdx="18" presStyleCnt="33">
        <dgm:presLayoutVars>
          <dgm:chMax val="0"/>
          <dgm:chPref val="0"/>
        </dgm:presLayoutVars>
      </dgm:prSet>
      <dgm:spPr/>
    </dgm:pt>
    <dgm:pt modelId="{B11A9985-C816-43E7-AF9F-0AC8AD695367}" type="pres">
      <dgm:prSet presAssocID="{E96AE7B2-573A-4146-A838-A3B6C7FB3E83}" presName="rootConnector" presStyleLbl="node3" presStyleIdx="0" presStyleCnt="0"/>
      <dgm:spPr/>
    </dgm:pt>
    <dgm:pt modelId="{86F3430A-8B5C-4089-9AAA-4CCDC3B564B3}" type="pres">
      <dgm:prSet presAssocID="{E96AE7B2-573A-4146-A838-A3B6C7FB3E83}" presName="hierChild4" presStyleCnt="0"/>
      <dgm:spPr/>
    </dgm:pt>
    <dgm:pt modelId="{538EF1AA-9007-49FF-865E-0D5895EB43CD}" type="pres">
      <dgm:prSet presAssocID="{E96AE7B2-573A-4146-A838-A3B6C7FB3E83}" presName="hierChild5" presStyleCnt="0"/>
      <dgm:spPr/>
    </dgm:pt>
    <dgm:pt modelId="{CCC0FE5B-C427-49E2-A7C1-BB30F5174CFF}" type="pres">
      <dgm:prSet presAssocID="{7974E318-0223-4537-8E00-BDC2734377A4}" presName="Name37" presStyleLbl="parChTrans1D3" presStyleIdx="7" presStyleCnt="15"/>
      <dgm:spPr/>
    </dgm:pt>
    <dgm:pt modelId="{DEC34235-DA3E-4A3A-AEBE-984A8FC28C2D}" type="pres">
      <dgm:prSet presAssocID="{A93E7EDD-9476-4069-BF94-1E9249EB47E5}" presName="hierRoot2" presStyleCnt="0">
        <dgm:presLayoutVars>
          <dgm:hierBranch val="init"/>
        </dgm:presLayoutVars>
      </dgm:prSet>
      <dgm:spPr/>
    </dgm:pt>
    <dgm:pt modelId="{7D9A2FEC-655E-4FEE-BB52-59F623B222F4}" type="pres">
      <dgm:prSet presAssocID="{A93E7EDD-9476-4069-BF94-1E9249EB47E5}" presName="rootComposite" presStyleCnt="0"/>
      <dgm:spPr/>
    </dgm:pt>
    <dgm:pt modelId="{ECA406BB-D54A-499B-8429-6FF19F6B58DD}" type="pres">
      <dgm:prSet presAssocID="{A93E7EDD-9476-4069-BF94-1E9249EB47E5}" presName="rootText" presStyleLbl="node1" presStyleIdx="19" presStyleCnt="33">
        <dgm:presLayoutVars>
          <dgm:chMax/>
          <dgm:chPref val="3"/>
        </dgm:presLayoutVars>
      </dgm:prSet>
      <dgm:spPr/>
    </dgm:pt>
    <dgm:pt modelId="{A01C0378-DED5-4639-96D6-7282F6E1363D}" type="pres">
      <dgm:prSet presAssocID="{A93E7EDD-9476-4069-BF94-1E9249EB47E5}" presName="titleText2" presStyleLbl="fgAcc1" presStyleIdx="19" presStyleCnt="33">
        <dgm:presLayoutVars>
          <dgm:chMax val="0"/>
          <dgm:chPref val="0"/>
        </dgm:presLayoutVars>
      </dgm:prSet>
      <dgm:spPr/>
    </dgm:pt>
    <dgm:pt modelId="{0F4CD82D-6A5F-4BC2-9099-C4AFD0F21B09}" type="pres">
      <dgm:prSet presAssocID="{A93E7EDD-9476-4069-BF94-1E9249EB47E5}" presName="rootConnector" presStyleLbl="node3" presStyleIdx="0" presStyleCnt="0"/>
      <dgm:spPr/>
    </dgm:pt>
    <dgm:pt modelId="{412EBBD9-FAF9-4742-91BA-EEDC53F839B6}" type="pres">
      <dgm:prSet presAssocID="{A93E7EDD-9476-4069-BF94-1E9249EB47E5}" presName="hierChild4" presStyleCnt="0"/>
      <dgm:spPr/>
    </dgm:pt>
    <dgm:pt modelId="{A003F89D-E9BA-418B-A51C-007D42A1F771}" type="pres">
      <dgm:prSet presAssocID="{A93E7EDD-9476-4069-BF94-1E9249EB47E5}" presName="hierChild5" presStyleCnt="0"/>
      <dgm:spPr/>
    </dgm:pt>
    <dgm:pt modelId="{B7B00A35-D0A2-4029-85F5-B7A2943A3126}" type="pres">
      <dgm:prSet presAssocID="{83160CDB-CC70-41B3-8C5E-C01FE7477C34}" presName="Name37" presStyleLbl="parChTrans1D3" presStyleIdx="8" presStyleCnt="15"/>
      <dgm:spPr/>
    </dgm:pt>
    <dgm:pt modelId="{7FC9D467-2C01-4B18-AC0B-A0FB4C49F85D}" type="pres">
      <dgm:prSet presAssocID="{1E5C1A55-3953-4714-BAA0-DFA267721E98}" presName="hierRoot2" presStyleCnt="0">
        <dgm:presLayoutVars>
          <dgm:hierBranch val="init"/>
        </dgm:presLayoutVars>
      </dgm:prSet>
      <dgm:spPr/>
    </dgm:pt>
    <dgm:pt modelId="{6AC4B084-4B13-446B-8768-6F194652E1C4}" type="pres">
      <dgm:prSet presAssocID="{1E5C1A55-3953-4714-BAA0-DFA267721E98}" presName="rootComposite" presStyleCnt="0"/>
      <dgm:spPr/>
    </dgm:pt>
    <dgm:pt modelId="{BEFF49C7-44D4-49CB-8851-B1261F459FAD}" type="pres">
      <dgm:prSet presAssocID="{1E5C1A55-3953-4714-BAA0-DFA267721E98}" presName="rootText" presStyleLbl="node1" presStyleIdx="20" presStyleCnt="33">
        <dgm:presLayoutVars>
          <dgm:chMax/>
          <dgm:chPref val="3"/>
        </dgm:presLayoutVars>
      </dgm:prSet>
      <dgm:spPr/>
    </dgm:pt>
    <dgm:pt modelId="{166ADC3C-A392-4CEE-8926-290E8770A70D}" type="pres">
      <dgm:prSet presAssocID="{1E5C1A55-3953-4714-BAA0-DFA267721E98}" presName="titleText2" presStyleLbl="fgAcc1" presStyleIdx="20" presStyleCnt="33">
        <dgm:presLayoutVars>
          <dgm:chMax val="0"/>
          <dgm:chPref val="0"/>
        </dgm:presLayoutVars>
      </dgm:prSet>
      <dgm:spPr/>
    </dgm:pt>
    <dgm:pt modelId="{9BFFEBA4-CEB8-43C2-A2B1-9309938D1C88}" type="pres">
      <dgm:prSet presAssocID="{1E5C1A55-3953-4714-BAA0-DFA267721E98}" presName="rootConnector" presStyleLbl="node3" presStyleIdx="0" presStyleCnt="0"/>
      <dgm:spPr/>
    </dgm:pt>
    <dgm:pt modelId="{11D46571-0F34-4AE4-86E6-1B34E74F4748}" type="pres">
      <dgm:prSet presAssocID="{1E5C1A55-3953-4714-BAA0-DFA267721E98}" presName="hierChild4" presStyleCnt="0"/>
      <dgm:spPr/>
    </dgm:pt>
    <dgm:pt modelId="{E6701871-18C7-42A0-A9FD-CAFB4143845E}" type="pres">
      <dgm:prSet presAssocID="{1E5C1A55-3953-4714-BAA0-DFA267721E98}" presName="hierChild5" presStyleCnt="0"/>
      <dgm:spPr/>
    </dgm:pt>
    <dgm:pt modelId="{83975007-68F8-4397-8BA6-0A3409B1D9E8}" type="pres">
      <dgm:prSet presAssocID="{FB5A723F-EE39-4546-841B-F1D6153BBCE2}" presName="Name37" presStyleLbl="parChTrans1D3" presStyleIdx="9" presStyleCnt="15"/>
      <dgm:spPr/>
    </dgm:pt>
    <dgm:pt modelId="{DE08F038-289C-4173-98A5-3C3EF92053B2}" type="pres">
      <dgm:prSet presAssocID="{E64A9DD4-496B-4821-BEBF-54BFF4FE5F7A}" presName="hierRoot2" presStyleCnt="0">
        <dgm:presLayoutVars>
          <dgm:hierBranch val="init"/>
        </dgm:presLayoutVars>
      </dgm:prSet>
      <dgm:spPr/>
    </dgm:pt>
    <dgm:pt modelId="{BAE866AA-8839-4D10-9A00-BB06923B6C88}" type="pres">
      <dgm:prSet presAssocID="{E64A9DD4-496B-4821-BEBF-54BFF4FE5F7A}" presName="rootComposite" presStyleCnt="0"/>
      <dgm:spPr/>
    </dgm:pt>
    <dgm:pt modelId="{821EEAD3-6C91-4715-9262-27EB605C8BD7}" type="pres">
      <dgm:prSet presAssocID="{E64A9DD4-496B-4821-BEBF-54BFF4FE5F7A}" presName="rootText" presStyleLbl="node1" presStyleIdx="21" presStyleCnt="33">
        <dgm:presLayoutVars>
          <dgm:chMax/>
          <dgm:chPref val="3"/>
        </dgm:presLayoutVars>
      </dgm:prSet>
      <dgm:spPr/>
    </dgm:pt>
    <dgm:pt modelId="{056E2E13-1DF7-461B-8DE2-37C424A08CF4}" type="pres">
      <dgm:prSet presAssocID="{E64A9DD4-496B-4821-BEBF-54BFF4FE5F7A}" presName="titleText2" presStyleLbl="fgAcc1" presStyleIdx="21" presStyleCnt="33">
        <dgm:presLayoutVars>
          <dgm:chMax val="0"/>
          <dgm:chPref val="0"/>
        </dgm:presLayoutVars>
      </dgm:prSet>
      <dgm:spPr/>
    </dgm:pt>
    <dgm:pt modelId="{5AAE6B33-6002-4673-A942-E4D40CCE8065}" type="pres">
      <dgm:prSet presAssocID="{E64A9DD4-496B-4821-BEBF-54BFF4FE5F7A}" presName="rootConnector" presStyleLbl="node3" presStyleIdx="0" presStyleCnt="0"/>
      <dgm:spPr/>
    </dgm:pt>
    <dgm:pt modelId="{CDD7451F-310A-4A1A-A1B8-20018B470F67}" type="pres">
      <dgm:prSet presAssocID="{E64A9DD4-496B-4821-BEBF-54BFF4FE5F7A}" presName="hierChild4" presStyleCnt="0"/>
      <dgm:spPr/>
    </dgm:pt>
    <dgm:pt modelId="{A0469DCE-2505-4F52-93B1-C92BB44E6B4B}" type="pres">
      <dgm:prSet presAssocID="{E64A9DD4-496B-4821-BEBF-54BFF4FE5F7A}" presName="hierChild5" presStyleCnt="0"/>
      <dgm:spPr/>
    </dgm:pt>
    <dgm:pt modelId="{61712CE5-1E39-4CDD-B4C3-AC0445D7EB61}" type="pres">
      <dgm:prSet presAssocID="{17853874-AD7D-4984-8781-EC125DC891FD}" presName="hierChild5" presStyleCnt="0"/>
      <dgm:spPr/>
    </dgm:pt>
    <dgm:pt modelId="{7B1D3ADE-8E8D-4780-A1A6-EEE199751FC5}" type="pres">
      <dgm:prSet presAssocID="{B4C7BC5F-A5BE-4856-BACA-C782802D7AA4}" presName="Name37" presStyleLbl="parChTrans1D2" presStyleIdx="4" presStyleCnt="7"/>
      <dgm:spPr/>
    </dgm:pt>
    <dgm:pt modelId="{D9B0DD55-6B3E-4836-9AB7-D50C04A1494B}" type="pres">
      <dgm:prSet presAssocID="{B638E3ED-F0D5-4571-845A-FC27B236DC94}" presName="hierRoot2" presStyleCnt="0">
        <dgm:presLayoutVars>
          <dgm:hierBranch val="init"/>
        </dgm:presLayoutVars>
      </dgm:prSet>
      <dgm:spPr/>
    </dgm:pt>
    <dgm:pt modelId="{D4D096B7-BF8D-474B-B92D-B02EA9867B92}" type="pres">
      <dgm:prSet presAssocID="{B638E3ED-F0D5-4571-845A-FC27B236DC94}" presName="rootComposite" presStyleCnt="0"/>
      <dgm:spPr/>
    </dgm:pt>
    <dgm:pt modelId="{F43715D1-23BD-4C25-BB40-30864659E61B}" type="pres">
      <dgm:prSet presAssocID="{B638E3ED-F0D5-4571-845A-FC27B236DC94}" presName="rootText" presStyleLbl="node1" presStyleIdx="22" presStyleCnt="33">
        <dgm:presLayoutVars>
          <dgm:chMax/>
          <dgm:chPref val="3"/>
        </dgm:presLayoutVars>
      </dgm:prSet>
      <dgm:spPr/>
    </dgm:pt>
    <dgm:pt modelId="{5BBFB067-A8BD-4AFD-9CFD-E91D738D8648}" type="pres">
      <dgm:prSet presAssocID="{B638E3ED-F0D5-4571-845A-FC27B236DC94}" presName="titleText2" presStyleLbl="fgAcc1" presStyleIdx="22" presStyleCnt="33">
        <dgm:presLayoutVars>
          <dgm:chMax val="0"/>
          <dgm:chPref val="0"/>
        </dgm:presLayoutVars>
      </dgm:prSet>
      <dgm:spPr/>
    </dgm:pt>
    <dgm:pt modelId="{E1319C4E-14FA-4D9F-BB7A-5B9D3D5614E2}" type="pres">
      <dgm:prSet presAssocID="{B638E3ED-F0D5-4571-845A-FC27B236DC94}" presName="rootConnector" presStyleLbl="node2" presStyleIdx="0" presStyleCnt="0"/>
      <dgm:spPr/>
    </dgm:pt>
    <dgm:pt modelId="{7E584723-E7F2-4C78-A596-B871F85683E1}" type="pres">
      <dgm:prSet presAssocID="{B638E3ED-F0D5-4571-845A-FC27B236DC94}" presName="hierChild4" presStyleCnt="0"/>
      <dgm:spPr/>
    </dgm:pt>
    <dgm:pt modelId="{732FFB53-5199-4606-8FC5-C29E541B0738}" type="pres">
      <dgm:prSet presAssocID="{C6FC577B-DFCA-4588-8DA4-A1D90D69C9D3}" presName="Name37" presStyleLbl="parChTrans1D3" presStyleIdx="10" presStyleCnt="15"/>
      <dgm:spPr/>
    </dgm:pt>
    <dgm:pt modelId="{BA34B1AF-FE98-4F2F-8231-D0939060A2AE}" type="pres">
      <dgm:prSet presAssocID="{71CE3ECC-AB90-4D62-B69B-F7410DFBD0FE}" presName="hierRoot2" presStyleCnt="0">
        <dgm:presLayoutVars>
          <dgm:hierBranch val="init"/>
        </dgm:presLayoutVars>
      </dgm:prSet>
      <dgm:spPr/>
    </dgm:pt>
    <dgm:pt modelId="{613667B3-E55F-4016-B969-F572372FFE3B}" type="pres">
      <dgm:prSet presAssocID="{71CE3ECC-AB90-4D62-B69B-F7410DFBD0FE}" presName="rootComposite" presStyleCnt="0"/>
      <dgm:spPr/>
    </dgm:pt>
    <dgm:pt modelId="{C785B19A-7053-4394-A309-3961F1844CB9}" type="pres">
      <dgm:prSet presAssocID="{71CE3ECC-AB90-4D62-B69B-F7410DFBD0FE}" presName="rootText" presStyleLbl="node1" presStyleIdx="23" presStyleCnt="33">
        <dgm:presLayoutVars>
          <dgm:chMax/>
          <dgm:chPref val="3"/>
        </dgm:presLayoutVars>
      </dgm:prSet>
      <dgm:spPr/>
    </dgm:pt>
    <dgm:pt modelId="{84C1E710-BFD8-491C-9DB4-669E997DD418}" type="pres">
      <dgm:prSet presAssocID="{71CE3ECC-AB90-4D62-B69B-F7410DFBD0FE}" presName="titleText2" presStyleLbl="fgAcc1" presStyleIdx="23" presStyleCnt="33">
        <dgm:presLayoutVars>
          <dgm:chMax val="0"/>
          <dgm:chPref val="0"/>
        </dgm:presLayoutVars>
      </dgm:prSet>
      <dgm:spPr/>
    </dgm:pt>
    <dgm:pt modelId="{1F07B726-F606-4F19-8772-A1258B26482F}" type="pres">
      <dgm:prSet presAssocID="{71CE3ECC-AB90-4D62-B69B-F7410DFBD0FE}" presName="rootConnector" presStyleLbl="node3" presStyleIdx="0" presStyleCnt="0"/>
      <dgm:spPr/>
    </dgm:pt>
    <dgm:pt modelId="{C94E0317-FAF9-4A1A-AE50-DB3CF2A7F4CC}" type="pres">
      <dgm:prSet presAssocID="{71CE3ECC-AB90-4D62-B69B-F7410DFBD0FE}" presName="hierChild4" presStyleCnt="0"/>
      <dgm:spPr/>
    </dgm:pt>
    <dgm:pt modelId="{D81F6ADF-952D-4816-896B-80B4A8711253}" type="pres">
      <dgm:prSet presAssocID="{87302226-08E7-45BC-BCB2-311B2136A6B3}" presName="Name37" presStyleLbl="parChTrans1D4" presStyleIdx="8" presStyleCnt="11"/>
      <dgm:spPr/>
    </dgm:pt>
    <dgm:pt modelId="{9F890056-02E8-40AC-96CA-C191FCC1396D}" type="pres">
      <dgm:prSet presAssocID="{6D880A4B-152C-479C-96A2-36DDAE072BBF}" presName="hierRoot2" presStyleCnt="0">
        <dgm:presLayoutVars>
          <dgm:hierBranch val="init"/>
        </dgm:presLayoutVars>
      </dgm:prSet>
      <dgm:spPr/>
    </dgm:pt>
    <dgm:pt modelId="{FF1ADA9E-4EFA-4C3C-B29D-F3D89285E16E}" type="pres">
      <dgm:prSet presAssocID="{6D880A4B-152C-479C-96A2-36DDAE072BBF}" presName="rootComposite" presStyleCnt="0"/>
      <dgm:spPr/>
    </dgm:pt>
    <dgm:pt modelId="{DC075420-7A50-499F-A7DB-9E960CCC9559}" type="pres">
      <dgm:prSet presAssocID="{6D880A4B-152C-479C-96A2-36DDAE072BBF}" presName="rootText" presStyleLbl="node1" presStyleIdx="24" presStyleCnt="33">
        <dgm:presLayoutVars>
          <dgm:chMax/>
          <dgm:chPref val="3"/>
        </dgm:presLayoutVars>
      </dgm:prSet>
      <dgm:spPr/>
    </dgm:pt>
    <dgm:pt modelId="{E5988431-1EAC-4569-8541-7AE40278CFAE}" type="pres">
      <dgm:prSet presAssocID="{6D880A4B-152C-479C-96A2-36DDAE072BBF}" presName="titleText2" presStyleLbl="fgAcc1" presStyleIdx="24" presStyleCnt="33">
        <dgm:presLayoutVars>
          <dgm:chMax val="0"/>
          <dgm:chPref val="0"/>
        </dgm:presLayoutVars>
      </dgm:prSet>
      <dgm:spPr/>
    </dgm:pt>
    <dgm:pt modelId="{4698A0D7-F95A-447A-8463-7719DE0ECA65}" type="pres">
      <dgm:prSet presAssocID="{6D880A4B-152C-479C-96A2-36DDAE072BBF}" presName="rootConnector" presStyleLbl="node4" presStyleIdx="0" presStyleCnt="0"/>
      <dgm:spPr/>
    </dgm:pt>
    <dgm:pt modelId="{638739E3-8579-40BA-96D5-3CE748C6097A}" type="pres">
      <dgm:prSet presAssocID="{6D880A4B-152C-479C-96A2-36DDAE072BBF}" presName="hierChild4" presStyleCnt="0"/>
      <dgm:spPr/>
    </dgm:pt>
    <dgm:pt modelId="{7CDB8DD4-E03A-4A66-BF30-5F13751D4165}" type="pres">
      <dgm:prSet presAssocID="{6D880A4B-152C-479C-96A2-36DDAE072BBF}" presName="hierChild5" presStyleCnt="0"/>
      <dgm:spPr/>
    </dgm:pt>
    <dgm:pt modelId="{9A507F28-AD1A-47FF-A0C3-5E60DEE5393D}" type="pres">
      <dgm:prSet presAssocID="{F74ED01D-AD08-49C6-85C3-5BF7C40D77D8}" presName="Name37" presStyleLbl="parChTrans1D4" presStyleIdx="9" presStyleCnt="11"/>
      <dgm:spPr/>
    </dgm:pt>
    <dgm:pt modelId="{171C236C-EF1C-4C32-A016-997EE37C3525}" type="pres">
      <dgm:prSet presAssocID="{356F900C-957F-4D0F-878B-BE82DDAB7975}" presName="hierRoot2" presStyleCnt="0">
        <dgm:presLayoutVars>
          <dgm:hierBranch val="init"/>
        </dgm:presLayoutVars>
      </dgm:prSet>
      <dgm:spPr/>
    </dgm:pt>
    <dgm:pt modelId="{133DDC16-67E9-40B7-8C3B-117D945D6B13}" type="pres">
      <dgm:prSet presAssocID="{356F900C-957F-4D0F-878B-BE82DDAB7975}" presName="rootComposite" presStyleCnt="0"/>
      <dgm:spPr/>
    </dgm:pt>
    <dgm:pt modelId="{1C8553CC-8D40-46D1-B9ED-5D127018E1FD}" type="pres">
      <dgm:prSet presAssocID="{356F900C-957F-4D0F-878B-BE82DDAB7975}" presName="rootText" presStyleLbl="node1" presStyleIdx="25" presStyleCnt="33">
        <dgm:presLayoutVars>
          <dgm:chMax/>
          <dgm:chPref val="3"/>
        </dgm:presLayoutVars>
      </dgm:prSet>
      <dgm:spPr/>
    </dgm:pt>
    <dgm:pt modelId="{C6165D47-79B3-44A7-8A32-90FA3D0F9B40}" type="pres">
      <dgm:prSet presAssocID="{356F900C-957F-4D0F-878B-BE82DDAB7975}" presName="titleText2" presStyleLbl="fgAcc1" presStyleIdx="25" presStyleCnt="33">
        <dgm:presLayoutVars>
          <dgm:chMax val="0"/>
          <dgm:chPref val="0"/>
        </dgm:presLayoutVars>
      </dgm:prSet>
      <dgm:spPr/>
    </dgm:pt>
    <dgm:pt modelId="{160D675C-AD1F-4960-AFDF-6F9A95BE52C2}" type="pres">
      <dgm:prSet presAssocID="{356F900C-957F-4D0F-878B-BE82DDAB7975}" presName="rootConnector" presStyleLbl="node4" presStyleIdx="0" presStyleCnt="0"/>
      <dgm:spPr/>
    </dgm:pt>
    <dgm:pt modelId="{CD71DAEE-568E-4AFC-A08B-66482A97C2DE}" type="pres">
      <dgm:prSet presAssocID="{356F900C-957F-4D0F-878B-BE82DDAB7975}" presName="hierChild4" presStyleCnt="0"/>
      <dgm:spPr/>
    </dgm:pt>
    <dgm:pt modelId="{FB5BE3A2-894E-4EAB-BE17-AF02EB13CEEE}" type="pres">
      <dgm:prSet presAssocID="{356F900C-957F-4D0F-878B-BE82DDAB7975}" presName="hierChild5" presStyleCnt="0"/>
      <dgm:spPr/>
    </dgm:pt>
    <dgm:pt modelId="{51C7E4DD-12DD-4C83-9C74-9053EC9945FE}" type="pres">
      <dgm:prSet presAssocID="{71CE3ECC-AB90-4D62-B69B-F7410DFBD0FE}" presName="hierChild5" presStyleCnt="0"/>
      <dgm:spPr/>
    </dgm:pt>
    <dgm:pt modelId="{17B165D4-41D3-4BDE-86BB-14F0253B7B84}" type="pres">
      <dgm:prSet presAssocID="{20D3A93B-1214-4397-B261-8EA325A0CC3B}" presName="Name37" presStyleLbl="parChTrans1D3" presStyleIdx="11" presStyleCnt="15"/>
      <dgm:spPr/>
    </dgm:pt>
    <dgm:pt modelId="{43024C21-EDEE-41A6-8887-5B3BDF6240C7}" type="pres">
      <dgm:prSet presAssocID="{444AA021-5155-4414-B6F4-A300A61A4AC1}" presName="hierRoot2" presStyleCnt="0">
        <dgm:presLayoutVars>
          <dgm:hierBranch val="init"/>
        </dgm:presLayoutVars>
      </dgm:prSet>
      <dgm:spPr/>
    </dgm:pt>
    <dgm:pt modelId="{86DDA183-C528-4172-8484-7D30C01E0CAA}" type="pres">
      <dgm:prSet presAssocID="{444AA021-5155-4414-B6F4-A300A61A4AC1}" presName="rootComposite" presStyleCnt="0"/>
      <dgm:spPr/>
    </dgm:pt>
    <dgm:pt modelId="{B4F1B7AE-AC5E-4E4D-8089-2B3143FD5233}" type="pres">
      <dgm:prSet presAssocID="{444AA021-5155-4414-B6F4-A300A61A4AC1}" presName="rootText" presStyleLbl="node1" presStyleIdx="26" presStyleCnt="33">
        <dgm:presLayoutVars>
          <dgm:chMax/>
          <dgm:chPref val="3"/>
        </dgm:presLayoutVars>
      </dgm:prSet>
      <dgm:spPr/>
    </dgm:pt>
    <dgm:pt modelId="{10A097EF-C28D-4F15-82AF-4FF8FEBEF5A3}" type="pres">
      <dgm:prSet presAssocID="{444AA021-5155-4414-B6F4-A300A61A4AC1}" presName="titleText2" presStyleLbl="fgAcc1" presStyleIdx="26" presStyleCnt="33">
        <dgm:presLayoutVars>
          <dgm:chMax val="0"/>
          <dgm:chPref val="0"/>
        </dgm:presLayoutVars>
      </dgm:prSet>
      <dgm:spPr/>
    </dgm:pt>
    <dgm:pt modelId="{794639EF-FE09-4AD5-A344-ACC39D2C9134}" type="pres">
      <dgm:prSet presAssocID="{444AA021-5155-4414-B6F4-A300A61A4AC1}" presName="rootConnector" presStyleLbl="node3" presStyleIdx="0" presStyleCnt="0"/>
      <dgm:spPr/>
    </dgm:pt>
    <dgm:pt modelId="{FCBE0334-DD6D-4D24-825B-2A378E7BE2D0}" type="pres">
      <dgm:prSet presAssocID="{444AA021-5155-4414-B6F4-A300A61A4AC1}" presName="hierChild4" presStyleCnt="0"/>
      <dgm:spPr/>
    </dgm:pt>
    <dgm:pt modelId="{1C753D0B-660F-4D4A-887C-796982B71747}" type="pres">
      <dgm:prSet presAssocID="{4BEEA5EE-B6BD-4CCB-A122-419154855FD3}" presName="Name37" presStyleLbl="parChTrans1D4" presStyleIdx="10" presStyleCnt="11"/>
      <dgm:spPr/>
    </dgm:pt>
    <dgm:pt modelId="{D244E447-6B12-4047-92D3-EE32DEC48E8F}" type="pres">
      <dgm:prSet presAssocID="{A99436F6-0CE8-4B0A-8D23-FA6475CBDAD7}" presName="hierRoot2" presStyleCnt="0">
        <dgm:presLayoutVars>
          <dgm:hierBranch val="init"/>
        </dgm:presLayoutVars>
      </dgm:prSet>
      <dgm:spPr/>
    </dgm:pt>
    <dgm:pt modelId="{7EDAEA39-7918-4F02-91B0-CA059520EB02}" type="pres">
      <dgm:prSet presAssocID="{A99436F6-0CE8-4B0A-8D23-FA6475CBDAD7}" presName="rootComposite" presStyleCnt="0"/>
      <dgm:spPr/>
    </dgm:pt>
    <dgm:pt modelId="{28981A61-A005-42D6-BCE7-469E5ED83D96}" type="pres">
      <dgm:prSet presAssocID="{A99436F6-0CE8-4B0A-8D23-FA6475CBDAD7}" presName="rootText" presStyleLbl="node1" presStyleIdx="27" presStyleCnt="33">
        <dgm:presLayoutVars>
          <dgm:chMax/>
          <dgm:chPref val="3"/>
        </dgm:presLayoutVars>
      </dgm:prSet>
      <dgm:spPr/>
    </dgm:pt>
    <dgm:pt modelId="{B6A8ABB0-7230-4BD7-A683-2C8850120988}" type="pres">
      <dgm:prSet presAssocID="{A99436F6-0CE8-4B0A-8D23-FA6475CBDAD7}" presName="titleText2" presStyleLbl="fgAcc1" presStyleIdx="27" presStyleCnt="33">
        <dgm:presLayoutVars>
          <dgm:chMax val="0"/>
          <dgm:chPref val="0"/>
        </dgm:presLayoutVars>
      </dgm:prSet>
      <dgm:spPr/>
    </dgm:pt>
    <dgm:pt modelId="{DE21A027-4B18-4A39-B3AC-38E1E06097F1}" type="pres">
      <dgm:prSet presAssocID="{A99436F6-0CE8-4B0A-8D23-FA6475CBDAD7}" presName="rootConnector" presStyleLbl="node4" presStyleIdx="0" presStyleCnt="0"/>
      <dgm:spPr/>
    </dgm:pt>
    <dgm:pt modelId="{7DFFD4D0-19A7-45DD-AD10-201A8F55C269}" type="pres">
      <dgm:prSet presAssocID="{A99436F6-0CE8-4B0A-8D23-FA6475CBDAD7}" presName="hierChild4" presStyleCnt="0"/>
      <dgm:spPr/>
    </dgm:pt>
    <dgm:pt modelId="{24EC70C6-0C74-4809-BBF0-30F57B7FE9E0}" type="pres">
      <dgm:prSet presAssocID="{A99436F6-0CE8-4B0A-8D23-FA6475CBDAD7}" presName="hierChild5" presStyleCnt="0"/>
      <dgm:spPr/>
    </dgm:pt>
    <dgm:pt modelId="{D2E5AB91-3ED5-4BD3-B742-08FBB9367D47}" type="pres">
      <dgm:prSet presAssocID="{444AA021-5155-4414-B6F4-A300A61A4AC1}" presName="hierChild5" presStyleCnt="0"/>
      <dgm:spPr/>
    </dgm:pt>
    <dgm:pt modelId="{B7DA4EB4-69F4-4F71-9FE4-B47700054276}" type="pres">
      <dgm:prSet presAssocID="{B638E3ED-F0D5-4571-845A-FC27B236DC94}" presName="hierChild5" presStyleCnt="0"/>
      <dgm:spPr/>
    </dgm:pt>
    <dgm:pt modelId="{CF64AF90-2DE0-4951-B2B5-77BBA9CD8437}" type="pres">
      <dgm:prSet presAssocID="{43943639-949F-48B4-8E4F-7C9B09E92DA8}" presName="Name37" presStyleLbl="parChTrans1D2" presStyleIdx="5" presStyleCnt="7"/>
      <dgm:spPr/>
    </dgm:pt>
    <dgm:pt modelId="{3537BA56-6130-4CED-9B35-FEC1AA1B8B60}" type="pres">
      <dgm:prSet presAssocID="{5C2564B1-2ADA-40CB-97EC-085816D64918}" presName="hierRoot2" presStyleCnt="0">
        <dgm:presLayoutVars>
          <dgm:hierBranch val="init"/>
        </dgm:presLayoutVars>
      </dgm:prSet>
      <dgm:spPr/>
    </dgm:pt>
    <dgm:pt modelId="{B2C00720-A732-4E1F-890D-4601414B5B38}" type="pres">
      <dgm:prSet presAssocID="{5C2564B1-2ADA-40CB-97EC-085816D64918}" presName="rootComposite" presStyleCnt="0"/>
      <dgm:spPr/>
    </dgm:pt>
    <dgm:pt modelId="{E14324DA-293A-4EEC-A864-E09E4E21C34C}" type="pres">
      <dgm:prSet presAssocID="{5C2564B1-2ADA-40CB-97EC-085816D64918}" presName="rootText" presStyleLbl="node1" presStyleIdx="28" presStyleCnt="33">
        <dgm:presLayoutVars>
          <dgm:chMax/>
          <dgm:chPref val="3"/>
        </dgm:presLayoutVars>
      </dgm:prSet>
      <dgm:spPr/>
    </dgm:pt>
    <dgm:pt modelId="{263B7C46-33B1-40A7-98A8-0DE85C3E1DA1}" type="pres">
      <dgm:prSet presAssocID="{5C2564B1-2ADA-40CB-97EC-085816D64918}" presName="titleText2" presStyleLbl="fgAcc1" presStyleIdx="28" presStyleCnt="33">
        <dgm:presLayoutVars>
          <dgm:chMax val="0"/>
          <dgm:chPref val="0"/>
        </dgm:presLayoutVars>
      </dgm:prSet>
      <dgm:spPr/>
    </dgm:pt>
    <dgm:pt modelId="{D5572835-2D02-4745-9F2D-69E534D22357}" type="pres">
      <dgm:prSet presAssocID="{5C2564B1-2ADA-40CB-97EC-085816D64918}" presName="rootConnector" presStyleLbl="node2" presStyleIdx="0" presStyleCnt="0"/>
      <dgm:spPr/>
    </dgm:pt>
    <dgm:pt modelId="{6DFDB2C8-70B9-499D-9A9A-AF96C274C3E1}" type="pres">
      <dgm:prSet presAssocID="{5C2564B1-2ADA-40CB-97EC-085816D64918}" presName="hierChild4" presStyleCnt="0"/>
      <dgm:spPr/>
    </dgm:pt>
    <dgm:pt modelId="{632D0C5C-D186-41C4-AF43-8CAEC219229F}" type="pres">
      <dgm:prSet presAssocID="{E53122F8-BE74-4B1E-BB95-6DB549A86FBD}" presName="Name37" presStyleLbl="parChTrans1D3" presStyleIdx="12" presStyleCnt="15"/>
      <dgm:spPr/>
    </dgm:pt>
    <dgm:pt modelId="{5636F527-C2FB-473B-9B13-803CA257D614}" type="pres">
      <dgm:prSet presAssocID="{6B9A279A-AEBC-4D1D-8A4E-CD6C4AB77EC5}" presName="hierRoot2" presStyleCnt="0">
        <dgm:presLayoutVars>
          <dgm:hierBranch val="init"/>
        </dgm:presLayoutVars>
      </dgm:prSet>
      <dgm:spPr/>
    </dgm:pt>
    <dgm:pt modelId="{04E132E6-65E7-44DE-9780-D65ACACBFDC5}" type="pres">
      <dgm:prSet presAssocID="{6B9A279A-AEBC-4D1D-8A4E-CD6C4AB77EC5}" presName="rootComposite" presStyleCnt="0"/>
      <dgm:spPr/>
    </dgm:pt>
    <dgm:pt modelId="{96EBD708-FBA6-451F-9229-FC10E894F31B}" type="pres">
      <dgm:prSet presAssocID="{6B9A279A-AEBC-4D1D-8A4E-CD6C4AB77EC5}" presName="rootText" presStyleLbl="node1" presStyleIdx="29" presStyleCnt="33">
        <dgm:presLayoutVars>
          <dgm:chMax/>
          <dgm:chPref val="3"/>
        </dgm:presLayoutVars>
      </dgm:prSet>
      <dgm:spPr/>
    </dgm:pt>
    <dgm:pt modelId="{96E0E84E-40BC-4119-B5C4-1FF92EA9EE49}" type="pres">
      <dgm:prSet presAssocID="{6B9A279A-AEBC-4D1D-8A4E-CD6C4AB77EC5}" presName="titleText2" presStyleLbl="fgAcc1" presStyleIdx="29" presStyleCnt="33">
        <dgm:presLayoutVars>
          <dgm:chMax val="0"/>
          <dgm:chPref val="0"/>
        </dgm:presLayoutVars>
      </dgm:prSet>
      <dgm:spPr/>
    </dgm:pt>
    <dgm:pt modelId="{12125496-2C6E-4EDA-A2DB-3F8DF7C1C63D}" type="pres">
      <dgm:prSet presAssocID="{6B9A279A-AEBC-4D1D-8A4E-CD6C4AB77EC5}" presName="rootConnector" presStyleLbl="node3" presStyleIdx="0" presStyleCnt="0"/>
      <dgm:spPr/>
    </dgm:pt>
    <dgm:pt modelId="{A10191B2-0E4E-4028-8573-30B5924C146E}" type="pres">
      <dgm:prSet presAssocID="{6B9A279A-AEBC-4D1D-8A4E-CD6C4AB77EC5}" presName="hierChild4" presStyleCnt="0"/>
      <dgm:spPr/>
    </dgm:pt>
    <dgm:pt modelId="{76DDF106-6BDE-4C18-8391-0CA3C12EEF44}" type="pres">
      <dgm:prSet presAssocID="{6B9A279A-AEBC-4D1D-8A4E-CD6C4AB77EC5}" presName="hierChild5" presStyleCnt="0"/>
      <dgm:spPr/>
    </dgm:pt>
    <dgm:pt modelId="{F3EA09C3-7D78-4D5A-88C8-59ED19A7ED1D}" type="pres">
      <dgm:prSet presAssocID="{D681C2A9-0577-442D-B4C8-B640B62976B3}" presName="Name37" presStyleLbl="parChTrans1D3" presStyleIdx="13" presStyleCnt="15"/>
      <dgm:spPr/>
    </dgm:pt>
    <dgm:pt modelId="{78DCEE07-8353-4845-998B-AE3C8A6104AD}" type="pres">
      <dgm:prSet presAssocID="{4D1C90E6-6B48-4B66-BFA9-1B05F0904636}" presName="hierRoot2" presStyleCnt="0">
        <dgm:presLayoutVars>
          <dgm:hierBranch val="init"/>
        </dgm:presLayoutVars>
      </dgm:prSet>
      <dgm:spPr/>
    </dgm:pt>
    <dgm:pt modelId="{790FA1A5-D7A9-493B-A42B-39602776E53B}" type="pres">
      <dgm:prSet presAssocID="{4D1C90E6-6B48-4B66-BFA9-1B05F0904636}" presName="rootComposite" presStyleCnt="0"/>
      <dgm:spPr/>
    </dgm:pt>
    <dgm:pt modelId="{0392FC5B-AECE-4707-B143-6055A6DFC8B7}" type="pres">
      <dgm:prSet presAssocID="{4D1C90E6-6B48-4B66-BFA9-1B05F0904636}" presName="rootText" presStyleLbl="node1" presStyleIdx="30" presStyleCnt="33">
        <dgm:presLayoutVars>
          <dgm:chMax/>
          <dgm:chPref val="3"/>
        </dgm:presLayoutVars>
      </dgm:prSet>
      <dgm:spPr/>
    </dgm:pt>
    <dgm:pt modelId="{C4049EDF-003B-4A24-A01F-64E989CEB8C7}" type="pres">
      <dgm:prSet presAssocID="{4D1C90E6-6B48-4B66-BFA9-1B05F0904636}" presName="titleText2" presStyleLbl="fgAcc1" presStyleIdx="30" presStyleCnt="33">
        <dgm:presLayoutVars>
          <dgm:chMax val="0"/>
          <dgm:chPref val="0"/>
        </dgm:presLayoutVars>
      </dgm:prSet>
      <dgm:spPr/>
    </dgm:pt>
    <dgm:pt modelId="{8426ED68-BD83-45F5-9D18-45C71D5DC0AB}" type="pres">
      <dgm:prSet presAssocID="{4D1C90E6-6B48-4B66-BFA9-1B05F0904636}" presName="rootConnector" presStyleLbl="node3" presStyleIdx="0" presStyleCnt="0"/>
      <dgm:spPr/>
    </dgm:pt>
    <dgm:pt modelId="{BCD07BC5-0777-4930-A6A1-1EB9A3526835}" type="pres">
      <dgm:prSet presAssocID="{4D1C90E6-6B48-4B66-BFA9-1B05F0904636}" presName="hierChild4" presStyleCnt="0"/>
      <dgm:spPr/>
    </dgm:pt>
    <dgm:pt modelId="{8986B796-3200-4BAB-AE34-6CEAC268749D}" type="pres">
      <dgm:prSet presAssocID="{4D1C90E6-6B48-4B66-BFA9-1B05F0904636}" presName="hierChild5" presStyleCnt="0"/>
      <dgm:spPr/>
    </dgm:pt>
    <dgm:pt modelId="{A07DB790-D0F4-4C52-B44B-564AF63ED266}" type="pres">
      <dgm:prSet presAssocID="{EF27A178-AD6E-44FE-B8EA-0F2D0EFE34EC}" presName="Name37" presStyleLbl="parChTrans1D3" presStyleIdx="14" presStyleCnt="15"/>
      <dgm:spPr/>
    </dgm:pt>
    <dgm:pt modelId="{98519355-1CC2-4BDC-9A53-54DDF05BF564}" type="pres">
      <dgm:prSet presAssocID="{086E3293-A609-4DAD-8C86-BBD11750D89D}" presName="hierRoot2" presStyleCnt="0">
        <dgm:presLayoutVars>
          <dgm:hierBranch val="init"/>
        </dgm:presLayoutVars>
      </dgm:prSet>
      <dgm:spPr/>
    </dgm:pt>
    <dgm:pt modelId="{70B75084-22AC-4A20-80B8-18238EED2A96}" type="pres">
      <dgm:prSet presAssocID="{086E3293-A609-4DAD-8C86-BBD11750D89D}" presName="rootComposite" presStyleCnt="0"/>
      <dgm:spPr/>
    </dgm:pt>
    <dgm:pt modelId="{1641609C-1257-4A9F-81B9-62E4D56A8441}" type="pres">
      <dgm:prSet presAssocID="{086E3293-A609-4DAD-8C86-BBD11750D89D}" presName="rootText" presStyleLbl="node1" presStyleIdx="31" presStyleCnt="33">
        <dgm:presLayoutVars>
          <dgm:chMax/>
          <dgm:chPref val="3"/>
        </dgm:presLayoutVars>
      </dgm:prSet>
      <dgm:spPr/>
    </dgm:pt>
    <dgm:pt modelId="{0620FF77-4AAC-4FE4-AA34-46FC9D563410}" type="pres">
      <dgm:prSet presAssocID="{086E3293-A609-4DAD-8C86-BBD11750D89D}" presName="titleText2" presStyleLbl="fgAcc1" presStyleIdx="31" presStyleCnt="33">
        <dgm:presLayoutVars>
          <dgm:chMax val="0"/>
          <dgm:chPref val="0"/>
        </dgm:presLayoutVars>
      </dgm:prSet>
      <dgm:spPr/>
    </dgm:pt>
    <dgm:pt modelId="{D6096D3F-6FE9-4846-ADBF-C5CF416CFF72}" type="pres">
      <dgm:prSet presAssocID="{086E3293-A609-4DAD-8C86-BBD11750D89D}" presName="rootConnector" presStyleLbl="node3" presStyleIdx="0" presStyleCnt="0"/>
      <dgm:spPr/>
    </dgm:pt>
    <dgm:pt modelId="{751B1421-B76E-4D39-BE26-248438675727}" type="pres">
      <dgm:prSet presAssocID="{086E3293-A609-4DAD-8C86-BBD11750D89D}" presName="hierChild4" presStyleCnt="0"/>
      <dgm:spPr/>
    </dgm:pt>
    <dgm:pt modelId="{DEEA634B-C768-4170-BD03-5BEBD36036AF}" type="pres">
      <dgm:prSet presAssocID="{086E3293-A609-4DAD-8C86-BBD11750D89D}" presName="hierChild5" presStyleCnt="0"/>
      <dgm:spPr/>
    </dgm:pt>
    <dgm:pt modelId="{3B6111F9-C764-4264-A38B-FDCB183BE08B}" type="pres">
      <dgm:prSet presAssocID="{5C2564B1-2ADA-40CB-97EC-085816D64918}" presName="hierChild5" presStyleCnt="0"/>
      <dgm:spPr/>
    </dgm:pt>
    <dgm:pt modelId="{FEC8E9B0-9AF5-44C7-B364-260444D875C2}" type="pres">
      <dgm:prSet presAssocID="{6FF750A9-1DF8-4EF0-A724-F7D02A257C63}" presName="Name37" presStyleLbl="parChTrans1D2" presStyleIdx="6" presStyleCnt="7"/>
      <dgm:spPr/>
    </dgm:pt>
    <dgm:pt modelId="{22E47969-0E3E-452F-A26C-23A44FADDD60}" type="pres">
      <dgm:prSet presAssocID="{AA0688C5-840F-4965-B74A-9B605C0CE1B5}" presName="hierRoot2" presStyleCnt="0">
        <dgm:presLayoutVars>
          <dgm:hierBranch val="init"/>
        </dgm:presLayoutVars>
      </dgm:prSet>
      <dgm:spPr/>
    </dgm:pt>
    <dgm:pt modelId="{0DD88D78-4E50-47C3-BBF7-5192B384B46C}" type="pres">
      <dgm:prSet presAssocID="{AA0688C5-840F-4965-B74A-9B605C0CE1B5}" presName="rootComposite" presStyleCnt="0"/>
      <dgm:spPr/>
    </dgm:pt>
    <dgm:pt modelId="{0D524C1F-CC83-4F19-B8A7-2F1C68370777}" type="pres">
      <dgm:prSet presAssocID="{AA0688C5-840F-4965-B74A-9B605C0CE1B5}" presName="rootText" presStyleLbl="node1" presStyleIdx="32" presStyleCnt="33">
        <dgm:presLayoutVars>
          <dgm:chMax/>
          <dgm:chPref val="3"/>
        </dgm:presLayoutVars>
      </dgm:prSet>
      <dgm:spPr/>
    </dgm:pt>
    <dgm:pt modelId="{3E75A000-959B-4D63-BBE2-56CD0934ACC6}" type="pres">
      <dgm:prSet presAssocID="{AA0688C5-840F-4965-B74A-9B605C0CE1B5}" presName="titleText2" presStyleLbl="fgAcc1" presStyleIdx="32" presStyleCnt="33">
        <dgm:presLayoutVars>
          <dgm:chMax val="0"/>
          <dgm:chPref val="0"/>
        </dgm:presLayoutVars>
      </dgm:prSet>
      <dgm:spPr/>
    </dgm:pt>
    <dgm:pt modelId="{250BE79C-D78B-4510-BEEC-D7C8E30807CF}" type="pres">
      <dgm:prSet presAssocID="{AA0688C5-840F-4965-B74A-9B605C0CE1B5}" presName="rootConnector" presStyleLbl="node2" presStyleIdx="0" presStyleCnt="0"/>
      <dgm:spPr/>
    </dgm:pt>
    <dgm:pt modelId="{21CB6CD4-6BF5-4012-97A8-7653C4C6D771}" type="pres">
      <dgm:prSet presAssocID="{AA0688C5-840F-4965-B74A-9B605C0CE1B5}" presName="hierChild4" presStyleCnt="0"/>
      <dgm:spPr/>
    </dgm:pt>
    <dgm:pt modelId="{ED004E17-310D-4E6C-BF01-F67F63C17756}" type="pres">
      <dgm:prSet presAssocID="{AA0688C5-840F-4965-B74A-9B605C0CE1B5}" presName="hierChild5" presStyleCnt="0"/>
      <dgm:spPr/>
    </dgm:pt>
    <dgm:pt modelId="{EF407209-7CB8-4E3C-9D79-44222BD697F9}" type="pres">
      <dgm:prSet presAssocID="{AA6A7CA9-56CE-4913-A5AF-C9DEFA135948}" presName="hierChild3" presStyleCnt="0"/>
      <dgm:spPr/>
    </dgm:pt>
  </dgm:ptLst>
  <dgm:cxnLst>
    <dgm:cxn modelId="{3D993899-DB1C-47AD-BF94-E6BAFB736F39}" srcId="{17853874-AD7D-4984-8781-EC125DC891FD}" destId="{A93E7EDD-9476-4069-BF94-1E9249EB47E5}" srcOrd="2" destOrd="0" parTransId="{7974E318-0223-4537-8E00-BDC2734377A4}" sibTransId="{F6E7C2D8-6B73-4FC4-ABEC-BEA3CAFFB6D2}"/>
    <dgm:cxn modelId="{56E6C6E0-D8F5-42BA-850E-837793B4B6A6}" type="presOf" srcId="{0739379A-E7B4-49D5-9E14-468818D194AE}" destId="{B5C902F7-F8DA-4163-9052-4F1713142601}" srcOrd="0" destOrd="0" presId="urn:microsoft.com/office/officeart/2008/layout/NameandTitleOrganizationalChart"/>
    <dgm:cxn modelId="{C74A4114-C431-4DA3-AA51-37DE982DDB0D}" type="presOf" srcId="{02FCAB2D-64F3-47F6-9F52-A7A654FD8D3B}" destId="{316A3285-31E1-4531-BFE0-EC73476C7061}" srcOrd="0" destOrd="0" presId="urn:microsoft.com/office/officeart/2008/layout/NameandTitleOrganizationalChart"/>
    <dgm:cxn modelId="{8D588463-C5CD-4EB0-AC41-1F9CC6FA75FA}" type="presOf" srcId="{8EDE2D3A-C013-4414-B79C-FED710CA6E23}" destId="{5BBFB067-A8BD-4AFD-9CFD-E91D738D8648}" srcOrd="0" destOrd="0" presId="urn:microsoft.com/office/officeart/2008/layout/NameandTitleOrganizationalChart"/>
    <dgm:cxn modelId="{D5B0E0B2-F1F8-446F-B3D5-F4A6CE92D9A7}" type="presOf" srcId="{51142EB5-6F08-4B7A-A936-EB9F7AB268D1}" destId="{96E0E84E-40BC-4119-B5C4-1FF92EA9EE49}" srcOrd="0" destOrd="0" presId="urn:microsoft.com/office/officeart/2008/layout/NameandTitleOrganizationalChart"/>
    <dgm:cxn modelId="{883E239C-E332-4D1F-9F0F-22D0403BB0BC}" type="presOf" srcId="{7CA0D031-7BD3-4167-A149-DA289062F9DF}" destId="{083B6AC9-F2C6-4843-AB11-206BDCAB4921}" srcOrd="0" destOrd="0" presId="urn:microsoft.com/office/officeart/2008/layout/NameandTitleOrganizationalChart"/>
    <dgm:cxn modelId="{C17DAEE6-6B6F-4A47-A240-A0970F65558A}" srcId="{7CA0D031-7BD3-4167-A149-DA289062F9DF}" destId="{AC49A69E-A7C4-4AC2-933A-0D403DC55427}" srcOrd="1" destOrd="0" parTransId="{1C3D1C21-3293-448D-91AE-B156063FCEF2}" sibTransId="{DF9EB83C-E68E-4E53-81B9-8AAB1605A9E5}"/>
    <dgm:cxn modelId="{C397A754-1EED-4E7F-BEA0-76C28EE2E36A}" srcId="{17853874-AD7D-4984-8781-EC125DC891FD}" destId="{E64A9DD4-496B-4821-BEBF-54BFF4FE5F7A}" srcOrd="4" destOrd="0" parTransId="{FB5A723F-EE39-4546-841B-F1D6153BBCE2}" sibTransId="{25A88AEF-23B7-4B1A-8B90-2EAE28B4273E}"/>
    <dgm:cxn modelId="{3BDE2D8A-D7B9-4D3B-90A1-0D11C5F97A03}" type="presOf" srcId="{87302226-08E7-45BC-BCB2-311B2136A6B3}" destId="{D81F6ADF-952D-4816-896B-80B4A8711253}" srcOrd="0" destOrd="0" presId="urn:microsoft.com/office/officeart/2008/layout/NameandTitleOrganizationalChart"/>
    <dgm:cxn modelId="{FDD12A84-7B8A-4D13-A569-F1F0B57CED6D}" srcId="{588FDA92-BBCE-4EDB-A629-307053C59637}" destId="{7CCF1D84-21AA-481C-843F-727A335DE59C}" srcOrd="1" destOrd="0" parTransId="{305E91D7-9524-42D1-9214-BD9F81650AC8}" sibTransId="{79660691-8A22-41B9-ADE6-1F281969C802}"/>
    <dgm:cxn modelId="{D7F63C8C-F72A-4075-AA97-738BD9A7F2AD}" type="presOf" srcId="{029E6F9C-874C-4859-B8F0-8FBEFA521C03}" destId="{C6165D47-79B3-44A7-8A32-90FA3D0F9B40}" srcOrd="0" destOrd="0" presId="urn:microsoft.com/office/officeart/2008/layout/NameandTitleOrganizationalChart"/>
    <dgm:cxn modelId="{B1396420-8326-4735-9AEE-5BC4DCBFB1F6}" type="presOf" srcId="{3BD09EB7-A9D3-4F04-B418-4E6E545DF8E1}" destId="{FC868831-7D90-48CA-B022-6961DE64AC7D}" srcOrd="0" destOrd="0" presId="urn:microsoft.com/office/officeart/2008/layout/NameandTitleOrganizationalChart"/>
    <dgm:cxn modelId="{4138CF52-5FDB-4AE5-BC36-6073B7FF614E}" type="presOf" srcId="{A6BF03FE-555F-4EDA-A6EF-7A515A01E005}" destId="{CDCE02C8-ED45-43BD-8A1C-3B8A7CF12794}" srcOrd="0" destOrd="0" presId="urn:microsoft.com/office/officeart/2008/layout/NameandTitleOrganizationalChart"/>
    <dgm:cxn modelId="{BB86AD17-7703-405E-95DB-38868B27120E}" type="presOf" srcId="{6B9A279A-AEBC-4D1D-8A4E-CD6C4AB77EC5}" destId="{12125496-2C6E-4EDA-A2DB-3F8DF7C1C63D}" srcOrd="1" destOrd="0" presId="urn:microsoft.com/office/officeart/2008/layout/NameandTitleOrganizationalChart"/>
    <dgm:cxn modelId="{FD3D3248-7FDB-4CED-8DE5-92342240BEF9}" type="presOf" srcId="{EC57436A-6CDE-49A2-A32D-F269E2719487}" destId="{5B0B0F34-1149-413A-8794-7854990E2BA2}" srcOrd="0" destOrd="0" presId="urn:microsoft.com/office/officeart/2008/layout/NameandTitleOrganizationalChart"/>
    <dgm:cxn modelId="{42A15C5F-607D-48A5-8262-7FBA0EA5A2BB}" srcId="{71CE3ECC-AB90-4D62-B69B-F7410DFBD0FE}" destId="{6D880A4B-152C-479C-96A2-36DDAE072BBF}" srcOrd="0" destOrd="0" parTransId="{87302226-08E7-45BC-BCB2-311B2136A6B3}" sibTransId="{B2417B97-4BEE-4407-BAC8-58F674257938}"/>
    <dgm:cxn modelId="{865D0527-4065-40B8-BA2B-7E550462CCA8}" type="presOf" srcId="{41B7830A-4D52-4B5B-B3AF-99AC9C15C648}" destId="{01809C96-0013-4DF9-9522-8A5E1A4687CE}" srcOrd="0" destOrd="0" presId="urn:microsoft.com/office/officeart/2008/layout/NameandTitleOrganizationalChart"/>
    <dgm:cxn modelId="{A704082B-3B85-4851-82D1-96B4D6287C45}" type="presOf" srcId="{16AF74E2-B892-45B6-8320-AE49A25EC5F2}" destId="{276BE6A0-E72C-4891-96F1-0E8D5E626D24}" srcOrd="0" destOrd="0" presId="urn:microsoft.com/office/officeart/2008/layout/NameandTitleOrganizationalChart"/>
    <dgm:cxn modelId="{4A831E26-B532-4BFF-B0BD-8DF65C36E225}" type="presOf" srcId="{6E468045-E1D6-4960-8459-C4DB28F69E8D}" destId="{B6A8ABB0-7230-4BD7-A683-2C8850120988}" srcOrd="0" destOrd="0" presId="urn:microsoft.com/office/officeart/2008/layout/NameandTitleOrganizationalChart"/>
    <dgm:cxn modelId="{8CC5CC20-8C33-47EF-B7A3-172686A82D62}" type="presOf" srcId="{09684396-30BE-4F11-B5F6-38A3E8BF4F4B}" destId="{1F5126D8-5E53-432F-BE02-6C7649237263}" srcOrd="0" destOrd="0" presId="urn:microsoft.com/office/officeart/2008/layout/NameandTitleOrganizationalChart"/>
    <dgm:cxn modelId="{C61C54EA-3FDE-4DA6-A7A2-3107E0262D62}" type="presOf" srcId="{6E8A98C2-B48A-4B6D-941D-E456860CFDE6}" destId="{C4049EDF-003B-4A24-A01F-64E989CEB8C7}" srcOrd="0" destOrd="0" presId="urn:microsoft.com/office/officeart/2008/layout/NameandTitleOrganizationalChart"/>
    <dgm:cxn modelId="{1F4EAFD9-DBAD-4202-9581-C25820E6FAA3}" type="presOf" srcId="{444AA021-5155-4414-B6F4-A300A61A4AC1}" destId="{794639EF-FE09-4AD5-A344-ACC39D2C9134}" srcOrd="1" destOrd="0" presId="urn:microsoft.com/office/officeart/2008/layout/NameandTitleOrganizationalChart"/>
    <dgm:cxn modelId="{C1376C05-E316-46DD-84F1-1B185364CBB8}" type="presOf" srcId="{1F994368-8451-441F-BC41-43D890B4AEFD}" destId="{65FB0F8E-0D5F-4225-A889-A6F81E69B300}" srcOrd="0" destOrd="0" presId="urn:microsoft.com/office/officeart/2008/layout/NameandTitleOrganizationalChart"/>
    <dgm:cxn modelId="{99297764-8CC8-4677-8305-2BE376ACBD24}" srcId="{AA6A7CA9-56CE-4913-A5AF-C9DEFA135948}" destId="{08DC99B0-5D4E-48BD-8AFB-D098F05C9EE9}" srcOrd="0" destOrd="0" parTransId="{063E352F-EF85-415A-B77F-113133BA81E5}" sibTransId="{A6BF03FE-555F-4EDA-A6EF-7A515A01E005}"/>
    <dgm:cxn modelId="{15107F31-26E2-4517-8845-AEBADD2A04BE}" type="presOf" srcId="{5B12633A-C47F-46EB-8C87-44768754933B}" destId="{2EF0A287-D05A-4EBD-A01B-F1DED02F029E}" srcOrd="1" destOrd="0" presId="urn:microsoft.com/office/officeart/2008/layout/NameandTitleOrganizationalChart"/>
    <dgm:cxn modelId="{4E2E7822-7892-4469-83AE-E0A5342655FE}" srcId="{7CA0D031-7BD3-4167-A149-DA289062F9DF}" destId="{78B310A6-D9EC-4D16-9ED6-342878F3A5D2}" srcOrd="2" destOrd="0" parTransId="{57A65B5D-D644-4AEC-AC56-B4E694C3D721}" sibTransId="{2142EE2A-5149-45FB-B87F-7EAA2A6411A7}"/>
    <dgm:cxn modelId="{C45E982C-22C6-4134-858B-B8F51CD5FA82}" type="presOf" srcId="{AC49A69E-A7C4-4AC2-933A-0D403DC55427}" destId="{AC3D2085-F474-4217-B122-0BE46CDFA255}" srcOrd="1" destOrd="0" presId="urn:microsoft.com/office/officeart/2008/layout/NameandTitleOrganizationalChart"/>
    <dgm:cxn modelId="{4D064CB7-20EA-4107-81BD-914648F40D87}" type="presOf" srcId="{1438D4D7-DE22-4AA9-ADAD-B9814CDBBE5D}" destId="{70A5D23A-74C9-4735-BA28-37202321DCF7}" srcOrd="0" destOrd="0" presId="urn:microsoft.com/office/officeart/2008/layout/NameandTitleOrganizationalChart"/>
    <dgm:cxn modelId="{BCEF72EA-3C96-4E4E-B25A-722C5E486799}" srcId="{588FDA92-BBCE-4EDB-A629-307053C59637}" destId="{3BD09EB7-A9D3-4F04-B418-4E6E545DF8E1}" srcOrd="0" destOrd="0" parTransId="{A465880C-5C4C-4436-8025-0542E91EB151}" sibTransId="{1D7CA921-8057-4ED8-98E2-CC948CB6B4BD}"/>
    <dgm:cxn modelId="{093C5625-0830-46C6-92BE-E58443451594}" type="presOf" srcId="{55B9D924-9114-47E4-A368-FF89284DDE46}" destId="{93AAF875-82A9-43B6-B0F3-808599EFF08F}" srcOrd="0" destOrd="0" presId="urn:microsoft.com/office/officeart/2008/layout/NameandTitleOrganizationalChart"/>
    <dgm:cxn modelId="{F97D9143-31B0-4215-9CA1-03332C7F7B5C}" type="presOf" srcId="{0ADE11DE-D15C-45B8-A86C-9465D07DD1D8}" destId="{4D2F7943-C81B-4773-9246-AB69420964F5}" srcOrd="0" destOrd="0" presId="urn:microsoft.com/office/officeart/2008/layout/NameandTitleOrganizationalChart"/>
    <dgm:cxn modelId="{259B6455-1764-4D97-9F12-36C6B821D70D}" type="presOf" srcId="{B60D1EB9-4C0A-4AC5-B360-ED0F9290B205}" destId="{9E88B0B9-920D-426C-A12E-0BE7FCA1B555}" srcOrd="1" destOrd="0" presId="urn:microsoft.com/office/officeart/2008/layout/NameandTitleOrganizationalChart"/>
    <dgm:cxn modelId="{E343A2D6-F438-4110-B600-7C3D2BF49058}" type="presOf" srcId="{8C8D8BBD-1E0B-4F17-9CCB-E47B8F8A6812}" destId="{F283BE37-9C27-477C-AEF0-D35CF4E2C8C6}" srcOrd="0" destOrd="0" presId="urn:microsoft.com/office/officeart/2008/layout/NameandTitleOrganizationalChart"/>
    <dgm:cxn modelId="{0252502A-81A5-422C-B7B1-51396EC8DD1E}" type="presOf" srcId="{79A11EB7-E52F-4B4A-8F1B-3F2CF5099CC2}" destId="{19F15CB4-0FA4-4D47-A35B-EF42D3648690}" srcOrd="0" destOrd="0" presId="urn:microsoft.com/office/officeart/2008/layout/NameandTitleOrganizationalChart"/>
    <dgm:cxn modelId="{EC430832-0FC3-47AF-9E26-534ACF9F353E}" type="presOf" srcId="{EF27A178-AD6E-44FE-B8EA-0F2D0EFE34EC}" destId="{A07DB790-D0F4-4C52-B44B-564AF63ED266}" srcOrd="0" destOrd="0" presId="urn:microsoft.com/office/officeart/2008/layout/NameandTitleOrganizationalChart"/>
    <dgm:cxn modelId="{351BE812-1547-44EA-836E-1812B588D90E}" type="presOf" srcId="{444AA021-5155-4414-B6F4-A300A61A4AC1}" destId="{B4F1B7AE-AC5E-4E4D-8089-2B3143FD5233}" srcOrd="0" destOrd="0" presId="urn:microsoft.com/office/officeart/2008/layout/NameandTitleOrganizationalChart"/>
    <dgm:cxn modelId="{0FEA91A3-CC62-4CD9-BDCD-2D5650DEB282}" type="presOf" srcId="{4BEEA5EE-B6BD-4CCB-A122-419154855FD3}" destId="{1C753D0B-660F-4D4A-887C-796982B71747}" srcOrd="0" destOrd="0" presId="urn:microsoft.com/office/officeart/2008/layout/NameandTitleOrganizationalChart"/>
    <dgm:cxn modelId="{4CE52DD4-7BCB-45CD-9308-6040767BF203}" type="presOf" srcId="{7CCF1D84-21AA-481C-843F-727A335DE59C}" destId="{235B0AF2-9890-4448-AF6C-3C4523FD13A3}" srcOrd="0" destOrd="0" presId="urn:microsoft.com/office/officeart/2008/layout/NameandTitleOrganizationalChart"/>
    <dgm:cxn modelId="{D5A828D9-D3F1-4E9A-BC05-A94014B49A21}" type="presOf" srcId="{B7F2493D-9B03-4339-AC2B-8D8C8178D445}" destId="{8D49B50D-AECB-4A01-A349-7DDA5256D183}" srcOrd="0" destOrd="0" presId="urn:microsoft.com/office/officeart/2008/layout/NameandTitleOrganizationalChart"/>
    <dgm:cxn modelId="{76D6D689-86FC-478F-9114-11A416156B7E}" type="presOf" srcId="{E64A9DD4-496B-4821-BEBF-54BFF4FE5F7A}" destId="{821EEAD3-6C91-4715-9262-27EB605C8BD7}" srcOrd="0" destOrd="0" presId="urn:microsoft.com/office/officeart/2008/layout/NameandTitleOrganizationalChart"/>
    <dgm:cxn modelId="{17C6EB95-CD07-4596-A478-93FA3FF7D4E5}" type="presOf" srcId="{4D1C90E6-6B48-4B66-BFA9-1B05F0904636}" destId="{0392FC5B-AECE-4707-B143-6055A6DFC8B7}" srcOrd="0" destOrd="0" presId="urn:microsoft.com/office/officeart/2008/layout/NameandTitleOrganizationalChart"/>
    <dgm:cxn modelId="{B6398D1E-2620-4C6B-8229-1D942DE1B6BE}" srcId="{71CE3ECC-AB90-4D62-B69B-F7410DFBD0FE}" destId="{356F900C-957F-4D0F-878B-BE82DDAB7975}" srcOrd="1" destOrd="0" parTransId="{F74ED01D-AD08-49C6-85C3-5BF7C40D77D8}" sibTransId="{029E6F9C-874C-4859-B8F0-8FBEFA521C03}"/>
    <dgm:cxn modelId="{61539ABB-44B3-4A9D-87C0-89529095A1E1}" srcId="{AA6A7CA9-56CE-4913-A5AF-C9DEFA135948}" destId="{17853874-AD7D-4984-8781-EC125DC891FD}" srcOrd="3" destOrd="0" parTransId="{3995FF37-DE58-418A-A318-E940DB88638F}" sibTransId="{7726C557-4F09-4F39-96AA-03A9E64D1231}"/>
    <dgm:cxn modelId="{13C4E2F8-5F2E-4D8D-B203-62E6D670B1D6}" type="presOf" srcId="{086E3293-A609-4DAD-8C86-BBD11750D89D}" destId="{D6096D3F-6FE9-4846-ADBF-C5CF416CFF72}" srcOrd="1" destOrd="0" presId="urn:microsoft.com/office/officeart/2008/layout/NameandTitleOrganizationalChart"/>
    <dgm:cxn modelId="{06BA4952-24F0-4DD6-8B09-A421955BC65B}" srcId="{5C2564B1-2ADA-40CB-97EC-085816D64918}" destId="{6B9A279A-AEBC-4D1D-8A4E-CD6C4AB77EC5}" srcOrd="0" destOrd="0" parTransId="{E53122F8-BE74-4B1E-BB95-6DB549A86FBD}" sibTransId="{51142EB5-6F08-4B7A-A936-EB9F7AB268D1}"/>
    <dgm:cxn modelId="{27B37C18-A5C4-415D-A2E7-3A7E79B72AAD}" type="presOf" srcId="{6270CBD4-1376-488F-978A-738E58966B9B}" destId="{8C7229A4-3FB6-411D-9B68-A85FBCE9392F}" srcOrd="0" destOrd="0" presId="urn:microsoft.com/office/officeart/2008/layout/NameandTitleOrganizationalChart"/>
    <dgm:cxn modelId="{651AD764-92C1-4CE0-9165-094CA2573B09}" type="presOf" srcId="{F0A47566-201B-47F2-8341-5D66FB471EEE}" destId="{C0B8919A-5B4C-4C21-889B-BDB85EAFA950}" srcOrd="0" destOrd="0" presId="urn:microsoft.com/office/officeart/2008/layout/NameandTitleOrganizationalChart"/>
    <dgm:cxn modelId="{1FFAD8D9-1842-4065-BC53-8EC97A001867}" type="presOf" srcId="{A99436F6-0CE8-4B0A-8D23-FA6475CBDAD7}" destId="{DE21A027-4B18-4A39-B3AC-38E1E06097F1}" srcOrd="1" destOrd="0" presId="urn:microsoft.com/office/officeart/2008/layout/NameandTitleOrganizationalChart"/>
    <dgm:cxn modelId="{51AF4AB2-29BA-41B5-B1BC-0042935C9B6E}" type="presOf" srcId="{B60D1EB9-4C0A-4AC5-B360-ED0F9290B205}" destId="{78662333-3B16-4916-B7A9-A3623E43E65C}" srcOrd="0" destOrd="0" presId="urn:microsoft.com/office/officeart/2008/layout/NameandTitleOrganizationalChart"/>
    <dgm:cxn modelId="{D62C0EF2-3A2F-448B-86B5-974EA9824ED4}" type="presOf" srcId="{A465880C-5C4C-4436-8025-0542E91EB151}" destId="{FC44D79C-999C-4195-9C7A-7ABB96237C90}" srcOrd="0" destOrd="0" presId="urn:microsoft.com/office/officeart/2008/layout/NameandTitleOrganizationalChart"/>
    <dgm:cxn modelId="{3EA40311-D363-4CB9-8679-5BDDB07797DE}" type="presOf" srcId="{2F97F6DC-832F-452E-824F-15E6547FA0C7}" destId="{1ADEC977-EEC9-4F34-8CEA-F550B3D9B610}" srcOrd="0" destOrd="0" presId="urn:microsoft.com/office/officeart/2008/layout/NameandTitleOrganizationalChart"/>
    <dgm:cxn modelId="{1F5860A1-46B9-48BA-B04A-4AA716AF220F}" srcId="{6270CBD4-1376-488F-978A-738E58966B9B}" destId="{EC57436A-6CDE-49A2-A32D-F269E2719487}" srcOrd="2" destOrd="0" parTransId="{02FCAB2D-64F3-47F6-9F52-A7A654FD8D3B}" sibTransId="{50D3AE5F-5E3A-408A-A9FF-2D9E9F194AA1}"/>
    <dgm:cxn modelId="{AD922161-BDAE-44CC-9EA6-6EE430DC6E35}" srcId="{09684396-30BE-4F11-B5F6-38A3E8BF4F4B}" destId="{588FDA92-BBCE-4EDB-A629-307053C59637}" srcOrd="0" destOrd="0" parTransId="{16AF74E2-B892-45B6-8320-AE49A25EC5F2}" sibTransId="{7B5629EB-B144-4420-ABA8-DE585D792598}"/>
    <dgm:cxn modelId="{B40C54A7-DC58-4413-B071-C2794588B43B}" type="presOf" srcId="{78B310A6-D9EC-4D16-9ED6-342878F3A5D2}" destId="{D205EEFD-F07D-48B5-8052-E0909D459A16}" srcOrd="1" destOrd="0" presId="urn:microsoft.com/office/officeart/2008/layout/NameandTitleOrganizationalChart"/>
    <dgm:cxn modelId="{49BE0EEC-5DF2-485B-83D0-F2F7D1C69ACE}" type="presOf" srcId="{17853874-AD7D-4984-8781-EC125DC891FD}" destId="{8BF5DDDD-D999-43DB-8477-0DABAAE714DC}" srcOrd="1" destOrd="0" presId="urn:microsoft.com/office/officeart/2008/layout/NameandTitleOrganizationalChart"/>
    <dgm:cxn modelId="{2E178DB1-1D82-4A68-909C-C2237B1BBAAE}" type="presOf" srcId="{1C3D1C21-3293-448D-91AE-B156063FCEF2}" destId="{93A601C9-5E6F-47B9-97D5-C1CFA42E8C60}" srcOrd="0" destOrd="0" presId="urn:microsoft.com/office/officeart/2008/layout/NameandTitleOrganizationalChart"/>
    <dgm:cxn modelId="{E3D6D56E-3169-4591-A8D5-B4DF8DD8DF00}" type="presOf" srcId="{4663BA66-9BAC-424B-849F-C16315088C6C}" destId="{F9DCFD31-F955-4049-82F9-D407C119300A}" srcOrd="0" destOrd="0" presId="urn:microsoft.com/office/officeart/2008/layout/NameandTitleOrganizationalChart"/>
    <dgm:cxn modelId="{E55BC9E9-D418-4086-A735-976095ACBB55}" type="presOf" srcId="{B638E3ED-F0D5-4571-845A-FC27B236DC94}" destId="{F43715D1-23BD-4C25-BB40-30864659E61B}" srcOrd="0" destOrd="0" presId="urn:microsoft.com/office/officeart/2008/layout/NameandTitleOrganizationalChart"/>
    <dgm:cxn modelId="{7CBCA2B1-01BF-43B5-8105-044DF6F5BA5A}" srcId="{17853874-AD7D-4984-8781-EC125DC891FD}" destId="{1E5C1A55-3953-4714-BAA0-DFA267721E98}" srcOrd="3" destOrd="0" parTransId="{83160CDB-CC70-41B3-8C5E-C01FE7477C34}" sibTransId="{CD0F4116-C9CF-4EE6-82E2-F4469EEB945B}"/>
    <dgm:cxn modelId="{08B11AD5-A63D-47E1-8617-6FA0F4812324}" type="presOf" srcId="{79660691-8A22-41B9-ADE6-1F281969C802}" destId="{EF851151-2B00-44EA-B0DE-DD52563D81D6}" srcOrd="0" destOrd="0" presId="urn:microsoft.com/office/officeart/2008/layout/NameandTitleOrganizationalChart"/>
    <dgm:cxn modelId="{98F30A21-EC63-4229-A958-4D97B1D2AEEE}" srcId="{17853874-AD7D-4984-8781-EC125DC891FD}" destId="{E96AE7B2-573A-4146-A838-A3B6C7FB3E83}" srcOrd="1" destOrd="0" parTransId="{7B1DD0E0-14DE-4E1C-86E8-7194D6CC4CFB}" sibTransId="{9EFC8AF3-2471-4E75-8AD1-1C969D98BB72}"/>
    <dgm:cxn modelId="{DD2DC72D-8A6D-41C8-BF32-2B4667123DED}" type="presOf" srcId="{5C2564B1-2ADA-40CB-97EC-085816D64918}" destId="{D5572835-2D02-4745-9F2D-69E534D22357}" srcOrd="1" destOrd="0" presId="urn:microsoft.com/office/officeart/2008/layout/NameandTitleOrganizationalChart"/>
    <dgm:cxn modelId="{5FB3C8D8-007F-4E3F-858B-5C3546A630C1}" type="presOf" srcId="{EC57436A-6CDE-49A2-A32D-F269E2719487}" destId="{F773ED45-1246-4A52-96F7-6EDAF61A73CA}" srcOrd="1" destOrd="0" presId="urn:microsoft.com/office/officeart/2008/layout/NameandTitleOrganizationalChart"/>
    <dgm:cxn modelId="{5FDEBD3F-E91C-4CF5-ADB4-87C0AF591830}" type="presOf" srcId="{356F900C-957F-4D0F-878B-BE82DDAB7975}" destId="{1C8553CC-8D40-46D1-B9ED-5D127018E1FD}" srcOrd="0" destOrd="0" presId="urn:microsoft.com/office/officeart/2008/layout/NameandTitleOrganizationalChart"/>
    <dgm:cxn modelId="{0A3496F0-8647-40EA-8CB4-B070292F836B}" type="presOf" srcId="{3640E20B-6328-432D-81EA-61D632630D41}" destId="{0620FF77-4AAC-4FE4-AA34-46FC9D563410}" srcOrd="0" destOrd="0" presId="urn:microsoft.com/office/officeart/2008/layout/NameandTitleOrganizationalChart"/>
    <dgm:cxn modelId="{ED440382-614D-42EB-9820-D18A5AB275E1}" type="presOf" srcId="{063E352F-EF85-415A-B77F-113133BA81E5}" destId="{273967C2-8B8E-4636-A155-E5EDE6B0E374}" srcOrd="0" destOrd="0" presId="urn:microsoft.com/office/officeart/2008/layout/NameandTitleOrganizationalChart"/>
    <dgm:cxn modelId="{A5677803-C5A1-44D7-A201-79EC0E8BC17A}" type="presOf" srcId="{6FF750A9-1DF8-4EF0-A724-F7D02A257C63}" destId="{FEC8E9B0-9AF5-44C7-B364-260444D875C2}" srcOrd="0" destOrd="0" presId="urn:microsoft.com/office/officeart/2008/layout/NameandTitleOrganizationalChart"/>
    <dgm:cxn modelId="{127092CA-94C5-42AF-A79B-85861E7627B0}" type="presOf" srcId="{AA6A7CA9-56CE-4913-A5AF-C9DEFA135948}" destId="{F43D6FDB-4A11-4B68-84A3-1B0CCB914B05}" srcOrd="0" destOrd="0" presId="urn:microsoft.com/office/officeart/2008/layout/NameandTitleOrganizationalChart"/>
    <dgm:cxn modelId="{C39E5F0A-4305-435D-B6BE-0EC0CFCD6370}" type="presOf" srcId="{60A592A2-C234-4EA2-AB80-AD5F20C511DE}" destId="{CBC9610D-87A7-4C52-A2E7-050ED74E6054}" srcOrd="0" destOrd="0" presId="urn:microsoft.com/office/officeart/2008/layout/NameandTitleOrganizationalChart"/>
    <dgm:cxn modelId="{B4DED017-299C-454F-A995-EA36BD2A386B}" srcId="{AA6A7CA9-56CE-4913-A5AF-C9DEFA135948}" destId="{B60D1EB9-4C0A-4AC5-B360-ED0F9290B205}" srcOrd="1" destOrd="0" parTransId="{0739379A-E7B4-49D5-9E14-468818D194AE}" sibTransId="{F42CAB9C-D578-41B2-A2D1-1CDA18626A85}"/>
    <dgm:cxn modelId="{8CBC22EB-458B-45C1-B2F2-384C1428CBEB}" type="presOf" srcId="{B2417B97-4BEE-4407-BAC8-58F674257938}" destId="{E5988431-1EAC-4569-8541-7AE40278CFAE}" srcOrd="0" destOrd="0" presId="urn:microsoft.com/office/officeart/2008/layout/NameandTitleOrganizationalChart"/>
    <dgm:cxn modelId="{2FC08BAF-0B6F-4657-AAD1-0B865BA6CD9D}" type="presOf" srcId="{78B310A6-D9EC-4D16-9ED6-342878F3A5D2}" destId="{062D56C0-AF49-4D00-B296-79BD57FBB6D7}" srcOrd="0" destOrd="0" presId="urn:microsoft.com/office/officeart/2008/layout/NameandTitleOrganizationalChart"/>
    <dgm:cxn modelId="{77BD9BBB-F863-457A-90DB-643352091D20}" type="presOf" srcId="{74EB6A3F-EB59-4778-ABB6-1D0F4EEEAB0C}" destId="{263B7C46-33B1-40A7-98A8-0DE85C3E1DA1}" srcOrd="0" destOrd="0" presId="urn:microsoft.com/office/officeart/2008/layout/NameandTitleOrganizationalChart"/>
    <dgm:cxn modelId="{AC6D746F-131C-4A30-A021-2C4F52605B43}" type="presOf" srcId="{588FDA92-BBCE-4EDB-A629-307053C59637}" destId="{C10583C3-0967-473B-A4A0-BE511FDB8C94}" srcOrd="1" destOrd="0" presId="urn:microsoft.com/office/officeart/2008/layout/NameandTitleOrganizationalChart"/>
    <dgm:cxn modelId="{95883B4B-A6F7-48DF-A021-F678E6BB9629}" type="presOf" srcId="{C64562C6-048B-46FF-BADB-42DAAC857137}" destId="{BBFCA3D5-5AA9-4972-8578-C148129B8298}" srcOrd="0" destOrd="0" presId="urn:microsoft.com/office/officeart/2008/layout/NameandTitleOrganizationalChart"/>
    <dgm:cxn modelId="{3DFB8AFF-A8AC-4004-8BA1-37B4C0E2D8CD}" type="presOf" srcId="{57A65B5D-D644-4AEC-AC56-B4E694C3D721}" destId="{33004647-06B9-4D8B-9BAC-FFAB77B9373A}" srcOrd="0" destOrd="0" presId="urn:microsoft.com/office/officeart/2008/layout/NameandTitleOrganizationalChart"/>
    <dgm:cxn modelId="{2B23A630-00B3-4690-AAAF-F1F16324B0A1}" type="presOf" srcId="{2142EE2A-5149-45FB-B87F-7EAA2A6411A7}" destId="{3B778528-B224-4C59-82DD-200B99C41747}" srcOrd="0" destOrd="0" presId="urn:microsoft.com/office/officeart/2008/layout/NameandTitleOrganizationalChart"/>
    <dgm:cxn modelId="{B3CFBBAB-524B-4F24-A2D8-4C753651B751}" type="presOf" srcId="{AC49A69E-A7C4-4AC2-933A-0D403DC55427}" destId="{B166301C-398C-4926-BE18-E808C3058B1C}" srcOrd="0" destOrd="0" presId="urn:microsoft.com/office/officeart/2008/layout/NameandTitleOrganizationalChart"/>
    <dgm:cxn modelId="{0CEAEFCA-A6A5-4AB2-A84B-DF6A8371F854}" type="presOf" srcId="{305E91D7-9524-42D1-9214-BD9F81650AC8}" destId="{EA2374ED-AEC9-4FAD-B43C-79DC775207CB}" srcOrd="0" destOrd="0" presId="urn:microsoft.com/office/officeart/2008/layout/NameandTitleOrganizationalChart"/>
    <dgm:cxn modelId="{8F826FA2-1938-4373-9E07-9165AE2D92E2}" type="presOf" srcId="{A99436F6-0CE8-4B0A-8D23-FA6475CBDAD7}" destId="{28981A61-A005-42D6-BCE7-469E5ED83D96}" srcOrd="0" destOrd="0" presId="urn:microsoft.com/office/officeart/2008/layout/NameandTitleOrganizationalChart"/>
    <dgm:cxn modelId="{254DA4E9-4DA1-48B3-B8A3-88287DEDBDA4}" type="presOf" srcId="{08B3A83B-6FF2-43EF-B5B1-8A9166C1DC94}" destId="{C0FA4566-2711-4788-8170-FC9F6A503BEE}" srcOrd="0" destOrd="0" presId="urn:microsoft.com/office/officeart/2008/layout/NameandTitleOrganizationalChart"/>
    <dgm:cxn modelId="{934D5C8F-6FE1-4B5A-9C9D-0830A31DF2BF}" type="presOf" srcId="{E96AE7B2-573A-4146-A838-A3B6C7FB3E83}" destId="{0BBBC990-B87C-4344-9AD0-D028857C3C8B}" srcOrd="0" destOrd="0" presId="urn:microsoft.com/office/officeart/2008/layout/NameandTitleOrganizationalChart"/>
    <dgm:cxn modelId="{8583076E-7139-43F9-A39C-F29D27FD02BD}" type="presOf" srcId="{7CA0D031-7BD3-4167-A149-DA289062F9DF}" destId="{97680410-81FC-44B6-A670-7B5EE8694D6D}" srcOrd="1" destOrd="0" presId="urn:microsoft.com/office/officeart/2008/layout/NameandTitleOrganizationalChart"/>
    <dgm:cxn modelId="{251196DA-35A1-4967-8E78-6C97CA7B04B2}" type="presOf" srcId="{25A88AEF-23B7-4B1A-8B90-2EAE28B4273E}" destId="{056E2E13-1DF7-461B-8DE2-37C424A08CF4}" srcOrd="0" destOrd="0" presId="urn:microsoft.com/office/officeart/2008/layout/NameandTitleOrganizationalChart"/>
    <dgm:cxn modelId="{AAAF375F-41F5-4A18-AA33-E988EA2CC027}" srcId="{17853874-AD7D-4984-8781-EC125DC891FD}" destId="{60A592A2-C234-4EA2-AB80-AD5F20C511DE}" srcOrd="0" destOrd="0" parTransId="{B777A0FD-5872-4A02-ACF6-94145E9D14B5}" sibTransId="{0F31B9EA-84C6-4B4E-B6CE-2F5A835E3D7B}"/>
    <dgm:cxn modelId="{01769880-3CB2-4362-B04C-7B778EFEA28A}" srcId="{6270CBD4-1376-488F-978A-738E58966B9B}" destId="{5B12633A-C47F-46EB-8C87-44768754933B}" srcOrd="1" destOrd="0" parTransId="{B7F2493D-9B03-4339-AC2B-8D8C8178D445}" sibTransId="{0ADE11DE-D15C-45B8-A86C-9465D07DD1D8}"/>
    <dgm:cxn modelId="{B4DF5B90-7E8B-4B91-B91A-1E7ADD204B74}" type="presOf" srcId="{3273B96A-FBBD-43F4-8E9F-D6C0AD77C0ED}" destId="{9CAB592F-6A5B-4CBE-A4CC-B3B41C9295ED}" srcOrd="0" destOrd="0" presId="urn:microsoft.com/office/officeart/2008/layout/NameandTitleOrganizationalChart"/>
    <dgm:cxn modelId="{4731D5E8-02E3-4CBA-AD62-E340FDDF64C1}" srcId="{AA6A7CA9-56CE-4913-A5AF-C9DEFA135948}" destId="{7CA0D031-7BD3-4167-A149-DA289062F9DF}" srcOrd="2" destOrd="0" parTransId="{A823D0EA-EBC1-44DA-A640-75A6F2BECED2}" sibTransId="{2F97F6DC-832F-452E-824F-15E6547FA0C7}"/>
    <dgm:cxn modelId="{74A12321-E398-46F6-B68F-269877369CA2}" type="presOf" srcId="{50D3AE5F-5E3A-408A-A9FF-2D9E9F194AA1}" destId="{8B1B9A61-AF3A-47E1-B936-24816ABE470A}" srcOrd="0" destOrd="0" presId="urn:microsoft.com/office/officeart/2008/layout/NameandTitleOrganizationalChart"/>
    <dgm:cxn modelId="{C1592AB5-DCEB-4A0C-8BD7-0BF8D990CA8A}" type="presOf" srcId="{E53122F8-BE74-4B1E-BB95-6DB549A86FBD}" destId="{632D0C5C-D186-41C4-AF43-8CAEC219229F}" srcOrd="0" destOrd="0" presId="urn:microsoft.com/office/officeart/2008/layout/NameandTitleOrganizationalChart"/>
    <dgm:cxn modelId="{BA2CC601-F0EA-4987-B44A-BBE8E78B03AF}" type="presOf" srcId="{F6E7C2D8-6B73-4FC4-ABEC-BEA3CAFFB6D2}" destId="{A01C0378-DED5-4639-96D6-7282F6E1363D}" srcOrd="0" destOrd="0" presId="urn:microsoft.com/office/officeart/2008/layout/NameandTitleOrganizationalChart"/>
    <dgm:cxn modelId="{9791FC97-F5A1-4DAD-9E99-6BC808F29E79}" srcId="{41B7830A-4D52-4B5B-B3AF-99AC9C15C648}" destId="{6270CBD4-1376-488F-978A-738E58966B9B}" srcOrd="0" destOrd="0" parTransId="{3273B96A-FBBD-43F4-8E9F-D6C0AD77C0ED}" sibTransId="{F0A47566-201B-47F2-8341-5D66FB471EEE}"/>
    <dgm:cxn modelId="{EA3EEC9E-0A75-40A6-9B95-5BA3E9D79986}" type="presOf" srcId="{7C0D7C2C-4E24-456A-B45A-C3761B27796F}" destId="{6F63CB42-30A3-4F73-A0C9-D406B9D818D1}" srcOrd="1" destOrd="0" presId="urn:microsoft.com/office/officeart/2008/layout/NameandTitleOrganizationalChart"/>
    <dgm:cxn modelId="{15E35F5D-27B3-4C43-8713-AA72415B59AD}" type="presOf" srcId="{A823D0EA-EBC1-44DA-A640-75A6F2BECED2}" destId="{B56995F7-75E6-4A81-A5F7-88834A5BDA2D}" srcOrd="0" destOrd="0" presId="urn:microsoft.com/office/officeart/2008/layout/NameandTitleOrganizationalChart"/>
    <dgm:cxn modelId="{D51E117B-D62A-4864-AA28-22309D9E6A15}" type="presOf" srcId="{CD0F4116-C9CF-4EE6-82E2-F4469EEB945B}" destId="{166ADC3C-A392-4CEE-8926-290E8770A70D}" srcOrd="0" destOrd="0" presId="urn:microsoft.com/office/officeart/2008/layout/NameandTitleOrganizationalChart"/>
    <dgm:cxn modelId="{5D121C2C-2889-438C-AACD-0C80C05D289B}" type="presOf" srcId="{60A592A2-C234-4EA2-AB80-AD5F20C511DE}" destId="{DD3BDB08-8C9D-4910-B044-6D133C0599EC}" srcOrd="1" destOrd="0" presId="urn:microsoft.com/office/officeart/2008/layout/NameandTitleOrganizationalChart"/>
    <dgm:cxn modelId="{7A3BF8D2-3E19-422B-8CE4-260C84023C9B}" type="presOf" srcId="{2C4E5C6B-A1F6-460D-BE11-71F56177F4CC}" destId="{446600FC-C95F-49CC-8151-D3BE044847FC}" srcOrd="0" destOrd="0" presId="urn:microsoft.com/office/officeart/2008/layout/NameandTitleOrganizationalChart"/>
    <dgm:cxn modelId="{35FA2DE7-FDB8-43C6-9535-D63F0731429D}" type="presOf" srcId="{3995FF37-DE58-418A-A318-E940DB88638F}" destId="{37573656-3A89-4041-9030-153031DA62B3}" srcOrd="0" destOrd="0" presId="urn:microsoft.com/office/officeart/2008/layout/NameandTitleOrganizationalChart"/>
    <dgm:cxn modelId="{EA8ED791-75B5-4E76-A6B6-09AB935F3DE4}" type="presOf" srcId="{F22BD35D-47E0-4979-90BA-597421380AE5}" destId="{0DD8D931-D224-498D-830F-0D1F26CA8A83}" srcOrd="0" destOrd="0" presId="urn:microsoft.com/office/officeart/2008/layout/NameandTitleOrganizationalChart"/>
    <dgm:cxn modelId="{28883F15-21E9-4565-838A-1E0635EBA0CB}" type="presOf" srcId="{1E5C1A55-3953-4714-BAA0-DFA267721E98}" destId="{BEFF49C7-44D4-49CB-8851-B1261F459FAD}" srcOrd="0" destOrd="0" presId="urn:microsoft.com/office/officeart/2008/layout/NameandTitleOrganizationalChart"/>
    <dgm:cxn modelId="{13A22B9A-7BE0-41EA-8682-01CAB0B4B21C}" type="presOf" srcId="{D681C2A9-0577-442D-B4C8-B640B62976B3}" destId="{F3EA09C3-7D78-4D5A-88C8-59ED19A7ED1D}" srcOrd="0" destOrd="0" presId="urn:microsoft.com/office/officeart/2008/layout/NameandTitleOrganizationalChart"/>
    <dgm:cxn modelId="{2FF40B22-D61F-4AA3-B3DA-B302952E4070}" type="presOf" srcId="{20D3A93B-1214-4397-B261-8EA325A0CC3B}" destId="{17B165D4-41D3-4BDE-86BB-14F0253B7B84}" srcOrd="0" destOrd="0" presId="urn:microsoft.com/office/officeart/2008/layout/NameandTitleOrganizationalChart"/>
    <dgm:cxn modelId="{9F0EBB3F-FB70-44DA-8176-1C58797EBD08}" srcId="{C64562C6-048B-46FF-BADB-42DAAC857137}" destId="{AA6A7CA9-56CE-4913-A5AF-C9DEFA135948}" srcOrd="0" destOrd="0" parTransId="{79C2DEA1-FBC1-44C1-A1FE-67EAFBAB5C07}" sibTransId="{79A11EB7-E52F-4B4A-8F1B-3F2CF5099CC2}"/>
    <dgm:cxn modelId="{0D9CE03B-1717-4EED-BC51-1C4F2621B8D9}" type="presOf" srcId="{F42CAB9C-D578-41B2-A2D1-1CDA18626A85}" destId="{A65CAAB2-2012-4592-9360-CBCCC8A4446D}" srcOrd="0" destOrd="0" presId="urn:microsoft.com/office/officeart/2008/layout/NameandTitleOrganizationalChart"/>
    <dgm:cxn modelId="{39D1D859-71FE-4CCB-A352-1B90F56DA2B9}" type="presOf" srcId="{E96AE7B2-573A-4146-A838-A3B6C7FB3E83}" destId="{B11A9985-C816-43E7-AF9F-0AC8AD695367}" srcOrd="1" destOrd="0" presId="urn:microsoft.com/office/officeart/2008/layout/NameandTitleOrganizationalChart"/>
    <dgm:cxn modelId="{EC1FD2CD-7EE8-4A8E-AF2D-02477E000918}" type="presOf" srcId="{C6FC577B-DFCA-4588-8DA4-A1D90D69C9D3}" destId="{732FFB53-5199-4606-8FC5-C29E541B0738}" srcOrd="0" destOrd="0" presId="urn:microsoft.com/office/officeart/2008/layout/NameandTitleOrganizationalChart"/>
    <dgm:cxn modelId="{6F54BBDF-7CF2-4CC9-B33F-F05AD3A15855}" type="presOf" srcId="{9EFC8AF3-2471-4E75-8AD1-1C969D98BB72}" destId="{01649C41-58CB-4DE7-91A4-641B11AA3063}" srcOrd="0" destOrd="0" presId="urn:microsoft.com/office/officeart/2008/layout/NameandTitleOrganizationalChart"/>
    <dgm:cxn modelId="{972EAA8F-0A79-4EA4-BF00-50BD0F0189EF}" type="presOf" srcId="{7726C557-4F09-4F39-96AA-03A9E64D1231}" destId="{EB4CD816-FFA4-4C40-AF42-D36ABF49AB8F}" srcOrd="0" destOrd="0" presId="urn:microsoft.com/office/officeart/2008/layout/NameandTitleOrganizationalChart"/>
    <dgm:cxn modelId="{C6A1D2D2-B967-4195-A540-66A57341B989}" type="presOf" srcId="{A93E7EDD-9476-4069-BF94-1E9249EB47E5}" destId="{ECA406BB-D54A-499B-8429-6FF19F6B58DD}" srcOrd="0" destOrd="0" presId="urn:microsoft.com/office/officeart/2008/layout/NameandTitleOrganizationalChart"/>
    <dgm:cxn modelId="{3794C827-1EB8-4507-8F52-E25DCB6F6127}" type="presOf" srcId="{1D7CA921-8057-4ED8-98E2-CC948CB6B4BD}" destId="{191B3D1B-B8D0-49B2-9DB3-E5ECC23A8736}" srcOrd="0" destOrd="0" presId="urn:microsoft.com/office/officeart/2008/layout/NameandTitleOrganizationalChart"/>
    <dgm:cxn modelId="{BD8F547E-D27B-4056-908C-3B3811BDE9BD}" type="presOf" srcId="{BF1D9AEA-0E47-47D5-9174-EAF6215CD08D}" destId="{960AD1BC-725E-469A-B778-30712D1C8FDB}" srcOrd="0" destOrd="0" presId="urn:microsoft.com/office/officeart/2008/layout/NameandTitleOrganizationalChart"/>
    <dgm:cxn modelId="{8E8F5ECA-015C-4086-8DA6-67E6393F122A}" type="presOf" srcId="{3D27B399-6769-4B16-8E00-FDF0FEEC59B5}" destId="{388713E7-4403-487E-BF9B-A9E3160BE173}" srcOrd="0" destOrd="0" presId="urn:microsoft.com/office/officeart/2008/layout/NameandTitleOrganizationalChart"/>
    <dgm:cxn modelId="{F23C7FD4-9233-4FFB-AF5A-F30BFCA835F6}" type="presOf" srcId="{669755E6-811A-409F-97C1-105544188D2B}" destId="{3E75A000-959B-4D63-BBE2-56CD0934ACC6}" srcOrd="0" destOrd="0" presId="urn:microsoft.com/office/officeart/2008/layout/NameandTitleOrganizationalChart"/>
    <dgm:cxn modelId="{457C1F42-F95D-4537-A993-1F2196E7770A}" type="presOf" srcId="{3CBB5CF9-9CCC-48B1-AC7E-B1ED3F0139AB}" destId="{9E4F5C8C-5D8B-46E8-B4A9-E5BE45A04C7A}" srcOrd="0" destOrd="0" presId="urn:microsoft.com/office/officeart/2008/layout/NameandTitleOrganizationalChart"/>
    <dgm:cxn modelId="{A1FF8B26-26D9-4363-AA2A-60F412C12022}" type="presOf" srcId="{4D1C90E6-6B48-4B66-BFA9-1B05F0904636}" destId="{8426ED68-BD83-45F5-9D18-45C71D5DC0AB}" srcOrd="1" destOrd="0" presId="urn:microsoft.com/office/officeart/2008/layout/NameandTitleOrganizationalChart"/>
    <dgm:cxn modelId="{4D309A96-5FB2-49C7-A69F-88DBE4964EC2}" type="presOf" srcId="{3D27B399-6769-4B16-8E00-FDF0FEEC59B5}" destId="{71DF1BAD-7556-4CAB-8709-396353E21BE5}" srcOrd="1" destOrd="0" presId="urn:microsoft.com/office/officeart/2008/layout/NameandTitleOrganizationalChart"/>
    <dgm:cxn modelId="{2B0FC344-29A6-40F8-ABC7-2648D10E497C}" type="presOf" srcId="{B777A0FD-5872-4A02-ACF6-94145E9D14B5}" destId="{D8B094A8-1C83-4188-9D40-13CEBB0AD880}" srcOrd="0" destOrd="0" presId="urn:microsoft.com/office/officeart/2008/layout/NameandTitleOrganizationalChart"/>
    <dgm:cxn modelId="{69D2CF9A-4D19-4F78-AD06-D0AE19C55492}" type="presOf" srcId="{71CE3ECC-AB90-4D62-B69B-F7410DFBD0FE}" destId="{C785B19A-7053-4394-A309-3961F1844CB9}" srcOrd="0" destOrd="0" presId="urn:microsoft.com/office/officeart/2008/layout/NameandTitleOrganizationalChart"/>
    <dgm:cxn modelId="{C820B801-CF27-4880-A58B-FC2172F1EE92}" type="presOf" srcId="{41B7830A-4D52-4B5B-B3AF-99AC9C15C648}" destId="{08D3A322-4008-41BC-9C0E-2FE8850B701A}" srcOrd="1" destOrd="0" presId="urn:microsoft.com/office/officeart/2008/layout/NameandTitleOrganizationalChart"/>
    <dgm:cxn modelId="{1D32CCD7-EAFE-48B2-9C26-D71BAB99C783}" srcId="{B638E3ED-F0D5-4571-845A-FC27B236DC94}" destId="{71CE3ECC-AB90-4D62-B69B-F7410DFBD0FE}" srcOrd="0" destOrd="0" parTransId="{C6FC577B-DFCA-4588-8DA4-A1D90D69C9D3}" sibTransId="{F5A9B16E-B3D4-47D9-B167-D1DB328FE3CF}"/>
    <dgm:cxn modelId="{04E0C901-8737-4CD3-B094-114D1C92D477}" type="presOf" srcId="{E64A9DD4-496B-4821-BEBF-54BFF4FE5F7A}" destId="{5AAE6B33-6002-4673-A942-E4D40CCE8065}" srcOrd="1" destOrd="0" presId="urn:microsoft.com/office/officeart/2008/layout/NameandTitleOrganizationalChart"/>
    <dgm:cxn modelId="{8A693FD6-17BF-424D-84E0-A5D2B74E84E0}" srcId="{B638E3ED-F0D5-4571-845A-FC27B236DC94}" destId="{444AA021-5155-4414-B6F4-A300A61A4AC1}" srcOrd="1" destOrd="0" parTransId="{20D3A93B-1214-4397-B261-8EA325A0CC3B}" sibTransId="{038524CD-3F71-4872-8847-804EA0984B38}"/>
    <dgm:cxn modelId="{52A4EDC1-DB50-421B-AC65-CCF346784426}" type="presOf" srcId="{AA6A7CA9-56CE-4913-A5AF-C9DEFA135948}" destId="{43BFFDC8-2A03-4FC4-8A9C-2D97CED51441}" srcOrd="1" destOrd="0" presId="urn:microsoft.com/office/officeart/2008/layout/NameandTitleOrganizationalChart"/>
    <dgm:cxn modelId="{6731D2C6-886E-4ADE-A4EC-6789ED31D096}" type="presOf" srcId="{7C0D7C2C-4E24-456A-B45A-C3761B27796F}" destId="{110D7D18-3151-465E-B53D-E4A91D0C1B6D}" srcOrd="0" destOrd="0" presId="urn:microsoft.com/office/officeart/2008/layout/NameandTitleOrganizationalChart"/>
    <dgm:cxn modelId="{E6E5310F-A5B2-47B3-AA11-7C4B9D04AB14}" srcId="{AA6A7CA9-56CE-4913-A5AF-C9DEFA135948}" destId="{5C2564B1-2ADA-40CB-97EC-085816D64918}" srcOrd="5" destOrd="0" parTransId="{43943639-949F-48B4-8E4F-7C9B09E92DA8}" sibTransId="{74EB6A3F-EB59-4778-ABB6-1D0F4EEEAB0C}"/>
    <dgm:cxn modelId="{D75356C9-49FF-4A16-B817-3D61A003FBA5}" type="presOf" srcId="{4663BA66-9BAC-424B-849F-C16315088C6C}" destId="{6FFAF9DA-2913-4657-8655-3C1501640D11}" srcOrd="1" destOrd="0" presId="urn:microsoft.com/office/officeart/2008/layout/NameandTitleOrganizationalChart"/>
    <dgm:cxn modelId="{80D84598-D954-46C1-9DBB-3BACEC1082BE}" type="presOf" srcId="{DF9EB83C-E68E-4E53-81B9-8AAB1605A9E5}" destId="{9BB9564F-1582-4318-9AC9-D6C0B7AE0AAB}" srcOrd="0" destOrd="0" presId="urn:microsoft.com/office/officeart/2008/layout/NameandTitleOrganizationalChart"/>
    <dgm:cxn modelId="{7C73DE75-AE72-403A-A18B-DAE868C43895}" type="presOf" srcId="{B638E3ED-F0D5-4571-845A-FC27B236DC94}" destId="{E1319C4E-14FA-4D9F-BB7A-5B9D3D5614E2}" srcOrd="1" destOrd="0" presId="urn:microsoft.com/office/officeart/2008/layout/NameandTitleOrganizationalChart"/>
    <dgm:cxn modelId="{F425D248-4AEB-4993-ADD9-9F1528A967E1}" type="presOf" srcId="{F74ED01D-AD08-49C6-85C3-5BF7C40D77D8}" destId="{9A507F28-AD1A-47FF-A0C3-5E60DEE5393D}" srcOrd="0" destOrd="0" presId="urn:microsoft.com/office/officeart/2008/layout/NameandTitleOrganizationalChart"/>
    <dgm:cxn modelId="{A2F8592A-91CA-49A7-952E-B1A641D57A6C}" type="presOf" srcId="{AA0688C5-840F-4965-B74A-9B605C0CE1B5}" destId="{250BE79C-D78B-4510-BEEC-D7C8E30807CF}" srcOrd="1" destOrd="0" presId="urn:microsoft.com/office/officeart/2008/layout/NameandTitleOrganizationalChart"/>
    <dgm:cxn modelId="{787237CB-105D-488B-AA46-3FEC2AB27A80}" type="presOf" srcId="{09684396-30BE-4F11-B5F6-38A3E8BF4F4B}" destId="{FA3B68B8-5699-44D3-98DA-0AB4F3C66E05}" srcOrd="1" destOrd="0" presId="urn:microsoft.com/office/officeart/2008/layout/NameandTitleOrganizationalChart"/>
    <dgm:cxn modelId="{A5F0A814-5644-45A5-918A-A988452C7235}" type="presOf" srcId="{17853874-AD7D-4984-8781-EC125DC891FD}" destId="{F7B0F3BD-32CA-4B11-9EAB-31CE2D8B598C}" srcOrd="0" destOrd="0" presId="urn:microsoft.com/office/officeart/2008/layout/NameandTitleOrganizationalChart"/>
    <dgm:cxn modelId="{3435C9CF-F493-435C-81CE-39E63E1C68F6}" srcId="{7CA0D031-7BD3-4167-A149-DA289062F9DF}" destId="{09684396-30BE-4F11-B5F6-38A3E8BF4F4B}" srcOrd="0" destOrd="0" parTransId="{55B9D924-9114-47E4-A368-FF89284DDE46}" sibTransId="{F22BD35D-47E0-4979-90BA-597421380AE5}"/>
    <dgm:cxn modelId="{7EC31CD3-6AE7-439E-BFB8-827C5556053E}" type="presOf" srcId="{6270CBD4-1376-488F-978A-738E58966B9B}" destId="{D042F7DF-5AA0-48EA-968E-CC1A3A317091}" srcOrd="1" destOrd="0" presId="urn:microsoft.com/office/officeart/2008/layout/NameandTitleOrganizationalChart"/>
    <dgm:cxn modelId="{13DE0C61-8B2B-4388-84BA-C0552F9496D4}" type="presOf" srcId="{356F900C-957F-4D0F-878B-BE82DDAB7975}" destId="{160D675C-AD1F-4960-AFDF-6F9A95BE52C2}" srcOrd="1" destOrd="0" presId="urn:microsoft.com/office/officeart/2008/layout/NameandTitleOrganizationalChart"/>
    <dgm:cxn modelId="{92183DD8-1D63-4CCF-AE8E-1BEC4D026FBE}" type="presOf" srcId="{7974E318-0223-4537-8E00-BDC2734377A4}" destId="{CCC0FE5B-C427-49E2-A7C1-BB30F5174CFF}" srcOrd="0" destOrd="0" presId="urn:microsoft.com/office/officeart/2008/layout/NameandTitleOrganizationalChart"/>
    <dgm:cxn modelId="{3EC0A422-3B35-4634-B352-4E8D440B5434}" type="presOf" srcId="{FB5A723F-EE39-4546-841B-F1D6153BBCE2}" destId="{83975007-68F8-4397-8BA6-0A3409B1D9E8}" srcOrd="0" destOrd="0" presId="urn:microsoft.com/office/officeart/2008/layout/NameandTitleOrganizationalChart"/>
    <dgm:cxn modelId="{D6B32186-3D97-418E-B34C-6E90B8E8DC1A}" type="presOf" srcId="{7B1DD0E0-14DE-4E1C-86E8-7194D6CC4CFB}" destId="{112F648B-0E9C-497F-A23A-CEF0DEE758BC}" srcOrd="0" destOrd="0" presId="urn:microsoft.com/office/officeart/2008/layout/NameandTitleOrganizationalChart"/>
    <dgm:cxn modelId="{F20D6C8B-0BCA-4199-9DF6-2A59B5ED6B39}" type="presOf" srcId="{F5A9B16E-B3D4-47D9-B167-D1DB328FE3CF}" destId="{84C1E710-BFD8-491C-9DB4-669E997DD418}" srcOrd="0" destOrd="0" presId="urn:microsoft.com/office/officeart/2008/layout/NameandTitleOrganizationalChart"/>
    <dgm:cxn modelId="{8DF39749-C183-449C-8E69-355D8AED9156}" type="presOf" srcId="{08DC99B0-5D4E-48BD-8AFB-D098F05C9EE9}" destId="{72EC5F9D-9BE0-45AD-B02C-DFC8A9E75723}" srcOrd="1" destOrd="0" presId="urn:microsoft.com/office/officeart/2008/layout/NameandTitleOrganizationalChart"/>
    <dgm:cxn modelId="{BF1B7E6D-66F9-42EA-963E-54B10AE2D505}" type="presOf" srcId="{08DC99B0-5D4E-48BD-8AFB-D098F05C9EE9}" destId="{A53CAF09-B511-4B61-B4DB-EF0C2575DEA7}" srcOrd="0" destOrd="0" presId="urn:microsoft.com/office/officeart/2008/layout/NameandTitleOrganizationalChart"/>
    <dgm:cxn modelId="{C01A6F29-D5ED-4B06-82DB-27B2BAD1A865}" type="presOf" srcId="{086E3293-A609-4DAD-8C86-BBD11750D89D}" destId="{1641609C-1257-4A9F-81B9-62E4D56A8441}" srcOrd="0" destOrd="0" presId="urn:microsoft.com/office/officeart/2008/layout/NameandTitleOrganizationalChart"/>
    <dgm:cxn modelId="{87F2D7F4-6B81-45D8-A189-D5CD69C17DF4}" srcId="{08DC99B0-5D4E-48BD-8AFB-D098F05C9EE9}" destId="{4663BA66-9BAC-424B-849F-C16315088C6C}" srcOrd="0" destOrd="0" parTransId="{1F994368-8451-441F-BC41-43D890B4AEFD}" sibTransId="{D36CA922-7001-45D8-9F25-BE25F3A71F13}"/>
    <dgm:cxn modelId="{59A9C28A-A38F-4C80-AD33-61AD9C596D26}" type="presOf" srcId="{3BD09EB7-A9D3-4F04-B418-4E6E545DF8E1}" destId="{0A779BA5-AD73-477C-9EA3-AF2295023701}" srcOrd="1" destOrd="0" presId="urn:microsoft.com/office/officeart/2008/layout/NameandTitleOrganizationalChart"/>
    <dgm:cxn modelId="{0ED0C265-B062-4238-94AE-585605336688}" type="presOf" srcId="{43943639-949F-48B4-8E4F-7C9B09E92DA8}" destId="{CF64AF90-2DE0-4951-B2B5-77BBA9CD8437}" srcOrd="0" destOrd="0" presId="urn:microsoft.com/office/officeart/2008/layout/NameandTitleOrganizationalChart"/>
    <dgm:cxn modelId="{6F485E9B-0D1E-4678-B840-3191A10F534B}" type="presOf" srcId="{7B5629EB-B144-4420-ABA8-DE585D792598}" destId="{3F6EAE4D-4800-4F11-81D2-CC0E6F8E98BF}" srcOrd="0" destOrd="0" presId="urn:microsoft.com/office/officeart/2008/layout/NameandTitleOrganizationalChart"/>
    <dgm:cxn modelId="{12D66373-E9A3-4344-836F-3FB7C3F9E2ED}" type="presOf" srcId="{71CE3ECC-AB90-4D62-B69B-F7410DFBD0FE}" destId="{1F07B726-F606-4F19-8772-A1258B26482F}" srcOrd="1" destOrd="0" presId="urn:microsoft.com/office/officeart/2008/layout/NameandTitleOrganizationalChart"/>
    <dgm:cxn modelId="{366DEA1A-F869-4B03-84FF-F27D2E192FE8}" type="presOf" srcId="{6D880A4B-152C-479C-96A2-36DDAE072BBF}" destId="{DC075420-7A50-499F-A7DB-9E960CCC9559}" srcOrd="0" destOrd="0" presId="urn:microsoft.com/office/officeart/2008/layout/NameandTitleOrganizationalChart"/>
    <dgm:cxn modelId="{3CAE40AC-5B4A-4B07-89C6-6A45D0984890}" type="presOf" srcId="{AA0688C5-840F-4965-B74A-9B605C0CE1B5}" destId="{0D524C1F-CC83-4F19-B8A7-2F1C68370777}" srcOrd="0" destOrd="0" presId="urn:microsoft.com/office/officeart/2008/layout/NameandTitleOrganizationalChart"/>
    <dgm:cxn modelId="{055246A5-DC4E-47C3-87FB-B258AE85AF38}" type="presOf" srcId="{588FDA92-BBCE-4EDB-A629-307053C59637}" destId="{F45500BE-52F8-4D06-BFEE-C3D5F99480B8}" srcOrd="0" destOrd="0" presId="urn:microsoft.com/office/officeart/2008/layout/NameandTitleOrganizationalChart"/>
    <dgm:cxn modelId="{1EA08983-7A71-4990-8526-C1541B44FF08}" type="presOf" srcId="{038524CD-3F71-4872-8847-804EA0984B38}" destId="{10A097EF-C28D-4F15-82AF-4FF8FEBEF5A3}" srcOrd="0" destOrd="0" presId="urn:microsoft.com/office/officeart/2008/layout/NameandTitleOrganizationalChart"/>
    <dgm:cxn modelId="{EC69D1B5-85BE-49E2-8629-868E69BD2EDC}" type="presOf" srcId="{7CCF1D84-21AA-481C-843F-727A335DE59C}" destId="{E2D1ED68-788D-48D9-964D-27F6357C22A7}" srcOrd="1" destOrd="0" presId="urn:microsoft.com/office/officeart/2008/layout/NameandTitleOrganizationalChart"/>
    <dgm:cxn modelId="{D519B3C6-E2C7-448F-84DF-E37ED7273AA6}" srcId="{5C2564B1-2ADA-40CB-97EC-085816D64918}" destId="{086E3293-A609-4DAD-8C86-BBD11750D89D}" srcOrd="2" destOrd="0" parTransId="{EF27A178-AD6E-44FE-B8EA-0F2D0EFE34EC}" sibTransId="{3640E20B-6328-432D-81EA-61D632630D41}"/>
    <dgm:cxn modelId="{9C601F2B-050D-4870-80BE-2E04A1ACFE62}" srcId="{08DC99B0-5D4E-48BD-8AFB-D098F05C9EE9}" destId="{7C0D7C2C-4E24-456A-B45A-C3761B27796F}" srcOrd="1" destOrd="0" parTransId="{3CBB5CF9-9CCC-48B1-AC7E-B1ED3F0139AB}" sibTransId="{BF1D9AEA-0E47-47D5-9174-EAF6215CD08D}"/>
    <dgm:cxn modelId="{F7217CED-7FA5-4B0C-8AE5-FC381167F2D1}" type="presOf" srcId="{83160CDB-CC70-41B3-8C5E-C01FE7477C34}" destId="{B7B00A35-D0A2-4029-85F5-B7A2943A3126}" srcOrd="0" destOrd="0" presId="urn:microsoft.com/office/officeart/2008/layout/NameandTitleOrganizationalChart"/>
    <dgm:cxn modelId="{576B0177-F054-4108-A411-4AA814E365B5}" srcId="{AA6A7CA9-56CE-4913-A5AF-C9DEFA135948}" destId="{B638E3ED-F0D5-4571-845A-FC27B236DC94}" srcOrd="4" destOrd="0" parTransId="{B4C7BC5F-A5BE-4856-BACA-C782802D7AA4}" sibTransId="{8EDE2D3A-C013-4414-B79C-FED710CA6E23}"/>
    <dgm:cxn modelId="{A0235027-2E95-4A74-A112-61D0A24BE22E}" type="presOf" srcId="{1E5C1A55-3953-4714-BAA0-DFA267721E98}" destId="{9BFFEBA4-CEB8-43C2-A2B1-9309938D1C88}" srcOrd="1" destOrd="0" presId="urn:microsoft.com/office/officeart/2008/layout/NameandTitleOrganizationalChart"/>
    <dgm:cxn modelId="{4520E958-CE13-4F82-B74B-B2F5D78C1797}" type="presOf" srcId="{6B9A279A-AEBC-4D1D-8A4E-CD6C4AB77EC5}" destId="{96EBD708-FBA6-451F-9229-FC10E894F31B}" srcOrd="0" destOrd="0" presId="urn:microsoft.com/office/officeart/2008/layout/NameandTitleOrganizationalChart"/>
    <dgm:cxn modelId="{D12956A2-5D7F-44D8-B5ED-B06E0C05505C}" type="presOf" srcId="{5C2564B1-2ADA-40CB-97EC-085816D64918}" destId="{E14324DA-293A-4EEC-A864-E09E4E21C34C}" srcOrd="0" destOrd="0" presId="urn:microsoft.com/office/officeart/2008/layout/NameandTitleOrganizationalChart"/>
    <dgm:cxn modelId="{85C32AC3-DC8C-4610-93A8-42DECD28B9DD}" srcId="{09684396-30BE-4F11-B5F6-38A3E8BF4F4B}" destId="{41B7830A-4D52-4B5B-B3AF-99AC9C15C648}" srcOrd="1" destOrd="0" parTransId="{2C4E5C6B-A1F6-460D-BE11-71F56177F4CC}" sibTransId="{8C8D8BBD-1E0B-4F17-9CCB-E47B8F8A6812}"/>
    <dgm:cxn modelId="{A7DF1650-C5A9-4449-BEEE-2FC43DF4A471}" type="presOf" srcId="{A93E7EDD-9476-4069-BF94-1E9249EB47E5}" destId="{0F4CD82D-6A5F-4BC2-9099-C4AFD0F21B09}" srcOrd="1" destOrd="0" presId="urn:microsoft.com/office/officeart/2008/layout/NameandTitleOrganizationalChart"/>
    <dgm:cxn modelId="{C1EF04B6-EF3D-49D6-8D26-6C81BC1DB565}" type="presOf" srcId="{5B12633A-C47F-46EB-8C87-44768754933B}" destId="{EF734D6C-3F05-4B69-A4C9-93D0914FFF4A}" srcOrd="0" destOrd="0" presId="urn:microsoft.com/office/officeart/2008/layout/NameandTitleOrganizationalChart"/>
    <dgm:cxn modelId="{F11C8F25-F914-4536-B0E9-D137C68649DF}" srcId="{444AA021-5155-4414-B6F4-A300A61A4AC1}" destId="{A99436F6-0CE8-4B0A-8D23-FA6475CBDAD7}" srcOrd="0" destOrd="0" parTransId="{4BEEA5EE-B6BD-4CCB-A122-419154855FD3}" sibTransId="{6E468045-E1D6-4960-8459-C4DB28F69E8D}"/>
    <dgm:cxn modelId="{C8C08E56-C066-477C-B4E8-2DD23315BBA4}" type="presOf" srcId="{6D880A4B-152C-479C-96A2-36DDAE072BBF}" destId="{4698A0D7-F95A-447A-8463-7719DE0ECA65}" srcOrd="1" destOrd="0" presId="urn:microsoft.com/office/officeart/2008/layout/NameandTitleOrganizationalChart"/>
    <dgm:cxn modelId="{86C503AC-6F20-4093-87A1-F8B8344B59B1}" srcId="{5C2564B1-2ADA-40CB-97EC-085816D64918}" destId="{4D1C90E6-6B48-4B66-BFA9-1B05F0904636}" srcOrd="1" destOrd="0" parTransId="{D681C2A9-0577-442D-B4C8-B640B62976B3}" sibTransId="{6E8A98C2-B48A-4B6D-941D-E456860CFDE6}"/>
    <dgm:cxn modelId="{5935C189-C6D5-41FE-AF6E-EC3E6678D31D}" type="presOf" srcId="{0F31B9EA-84C6-4B4E-B6CE-2F5A835E3D7B}" destId="{F2754A59-072E-4AF7-B042-594A287C43FA}" srcOrd="0" destOrd="0" presId="urn:microsoft.com/office/officeart/2008/layout/NameandTitleOrganizationalChart"/>
    <dgm:cxn modelId="{A4077D67-8C16-4668-9B27-FDF6883C371B}" srcId="{6270CBD4-1376-488F-978A-738E58966B9B}" destId="{3D27B399-6769-4B16-8E00-FDF0FEEC59B5}" srcOrd="0" destOrd="0" parTransId="{08B3A83B-6FF2-43EF-B5B1-8A9166C1DC94}" sibTransId="{1438D4D7-DE22-4AA9-ADAD-B9814CDBBE5D}"/>
    <dgm:cxn modelId="{5D5B80DD-533E-48F8-A4E0-FDBE797A7AB6}" type="presOf" srcId="{D36CA922-7001-45D8-9F25-BE25F3A71F13}" destId="{CE46A0A7-6BB3-4741-B797-865C3458C5BC}" srcOrd="0" destOrd="0" presId="urn:microsoft.com/office/officeart/2008/layout/NameandTitleOrganizationalChart"/>
    <dgm:cxn modelId="{ED6E7015-AB24-4B32-BD99-E7266BE62FFE}" srcId="{AA6A7CA9-56CE-4913-A5AF-C9DEFA135948}" destId="{AA0688C5-840F-4965-B74A-9B605C0CE1B5}" srcOrd="6" destOrd="0" parTransId="{6FF750A9-1DF8-4EF0-A724-F7D02A257C63}" sibTransId="{669755E6-811A-409F-97C1-105544188D2B}"/>
    <dgm:cxn modelId="{7BF33C99-DF9A-4BCD-B8E0-3ABEB48AB54E}" type="presOf" srcId="{B4C7BC5F-A5BE-4856-BACA-C782802D7AA4}" destId="{7B1D3ADE-8E8D-4780-A1A6-EEE199751FC5}" srcOrd="0" destOrd="0" presId="urn:microsoft.com/office/officeart/2008/layout/NameandTitleOrganizationalChart"/>
    <dgm:cxn modelId="{11C6695B-345B-4C60-A258-33252986D2C5}" type="presParOf" srcId="{BBFCA3D5-5AA9-4972-8578-C148129B8298}" destId="{C0E62D6C-75C2-49AE-864F-45780B41C45F}" srcOrd="0" destOrd="0" presId="urn:microsoft.com/office/officeart/2008/layout/NameandTitleOrganizationalChart"/>
    <dgm:cxn modelId="{8C9F0E74-04C7-41F0-85A0-9B71F811947E}" type="presParOf" srcId="{C0E62D6C-75C2-49AE-864F-45780B41C45F}" destId="{42F0A4A1-D4B1-4308-AD56-1EC5C8366360}" srcOrd="0" destOrd="0" presId="urn:microsoft.com/office/officeart/2008/layout/NameandTitleOrganizationalChart"/>
    <dgm:cxn modelId="{6066091D-D717-40C9-80A6-311865FC8978}" type="presParOf" srcId="{42F0A4A1-D4B1-4308-AD56-1EC5C8366360}" destId="{F43D6FDB-4A11-4B68-84A3-1B0CCB914B05}" srcOrd="0" destOrd="0" presId="urn:microsoft.com/office/officeart/2008/layout/NameandTitleOrganizationalChart"/>
    <dgm:cxn modelId="{EFA05B68-57BF-470F-A685-FA56EE9F4458}" type="presParOf" srcId="{42F0A4A1-D4B1-4308-AD56-1EC5C8366360}" destId="{19F15CB4-0FA4-4D47-A35B-EF42D3648690}" srcOrd="1" destOrd="0" presId="urn:microsoft.com/office/officeart/2008/layout/NameandTitleOrganizationalChart"/>
    <dgm:cxn modelId="{5858FA40-3428-40DC-8240-0E42DFECDA34}" type="presParOf" srcId="{42F0A4A1-D4B1-4308-AD56-1EC5C8366360}" destId="{43BFFDC8-2A03-4FC4-8A9C-2D97CED51441}" srcOrd="2" destOrd="0" presId="urn:microsoft.com/office/officeart/2008/layout/NameandTitleOrganizationalChart"/>
    <dgm:cxn modelId="{27430541-14CF-4168-B579-D5457F618A20}" type="presParOf" srcId="{C0E62D6C-75C2-49AE-864F-45780B41C45F}" destId="{A0D1916F-1B7B-409D-983E-1B9A07B91B53}" srcOrd="1" destOrd="0" presId="urn:microsoft.com/office/officeart/2008/layout/NameandTitleOrganizationalChart"/>
    <dgm:cxn modelId="{81337BB7-1792-40F4-9BB8-12C5663BDD58}" type="presParOf" srcId="{A0D1916F-1B7B-409D-983E-1B9A07B91B53}" destId="{273967C2-8B8E-4636-A155-E5EDE6B0E374}" srcOrd="0" destOrd="0" presId="urn:microsoft.com/office/officeart/2008/layout/NameandTitleOrganizationalChart"/>
    <dgm:cxn modelId="{9387D89B-DA55-46B8-8E7E-9FE70B6A836E}" type="presParOf" srcId="{A0D1916F-1B7B-409D-983E-1B9A07B91B53}" destId="{9B34B5AC-06FA-4DD4-A154-237BCF51B4A5}" srcOrd="1" destOrd="0" presId="urn:microsoft.com/office/officeart/2008/layout/NameandTitleOrganizationalChart"/>
    <dgm:cxn modelId="{FBD7CEAF-BD95-4E19-95BA-7667FED0390F}" type="presParOf" srcId="{9B34B5AC-06FA-4DD4-A154-237BCF51B4A5}" destId="{9A683E08-0857-4DE4-8EF9-10BA2812B815}" srcOrd="0" destOrd="0" presId="urn:microsoft.com/office/officeart/2008/layout/NameandTitleOrganizationalChart"/>
    <dgm:cxn modelId="{B6CC88AB-01B0-4213-BF79-9F7F24FAFBBA}" type="presParOf" srcId="{9A683E08-0857-4DE4-8EF9-10BA2812B815}" destId="{A53CAF09-B511-4B61-B4DB-EF0C2575DEA7}" srcOrd="0" destOrd="0" presId="urn:microsoft.com/office/officeart/2008/layout/NameandTitleOrganizationalChart"/>
    <dgm:cxn modelId="{44E7704C-F3DC-4FA3-80B7-41245149FC5F}" type="presParOf" srcId="{9A683E08-0857-4DE4-8EF9-10BA2812B815}" destId="{CDCE02C8-ED45-43BD-8A1C-3B8A7CF12794}" srcOrd="1" destOrd="0" presId="urn:microsoft.com/office/officeart/2008/layout/NameandTitleOrganizationalChart"/>
    <dgm:cxn modelId="{FA436E1E-0A5B-4353-A7DD-B88FA8194342}" type="presParOf" srcId="{9A683E08-0857-4DE4-8EF9-10BA2812B815}" destId="{72EC5F9D-9BE0-45AD-B02C-DFC8A9E75723}" srcOrd="2" destOrd="0" presId="urn:microsoft.com/office/officeart/2008/layout/NameandTitleOrganizationalChart"/>
    <dgm:cxn modelId="{A85131CE-81AA-490A-AE6B-6A08FCE336F2}" type="presParOf" srcId="{9B34B5AC-06FA-4DD4-A154-237BCF51B4A5}" destId="{A8F01705-7375-4B14-83D9-7F673B28F794}" srcOrd="1" destOrd="0" presId="urn:microsoft.com/office/officeart/2008/layout/NameandTitleOrganizationalChart"/>
    <dgm:cxn modelId="{7437389D-C892-4409-9ADA-1D1AC5AEBB79}" type="presParOf" srcId="{A8F01705-7375-4B14-83D9-7F673B28F794}" destId="{65FB0F8E-0D5F-4225-A889-A6F81E69B300}" srcOrd="0" destOrd="0" presId="urn:microsoft.com/office/officeart/2008/layout/NameandTitleOrganizationalChart"/>
    <dgm:cxn modelId="{F4D11D1E-3724-4039-B7AB-3DC778955BE4}" type="presParOf" srcId="{A8F01705-7375-4B14-83D9-7F673B28F794}" destId="{8427DA2D-724C-4DC2-8775-8B9316F1D678}" srcOrd="1" destOrd="0" presId="urn:microsoft.com/office/officeart/2008/layout/NameandTitleOrganizationalChart"/>
    <dgm:cxn modelId="{7A8D0C28-4DB1-4474-A555-6ACAA413F95B}" type="presParOf" srcId="{8427DA2D-724C-4DC2-8775-8B9316F1D678}" destId="{F500CB3D-1BA7-42C4-A19A-D0934CCAD410}" srcOrd="0" destOrd="0" presId="urn:microsoft.com/office/officeart/2008/layout/NameandTitleOrganizationalChart"/>
    <dgm:cxn modelId="{FD999550-BDE0-4DD4-AAA5-4F4EE0DFB76A}" type="presParOf" srcId="{F500CB3D-1BA7-42C4-A19A-D0934CCAD410}" destId="{F9DCFD31-F955-4049-82F9-D407C119300A}" srcOrd="0" destOrd="0" presId="urn:microsoft.com/office/officeart/2008/layout/NameandTitleOrganizationalChart"/>
    <dgm:cxn modelId="{2CBF83B7-C272-4464-AB88-467362776102}" type="presParOf" srcId="{F500CB3D-1BA7-42C4-A19A-D0934CCAD410}" destId="{CE46A0A7-6BB3-4741-B797-865C3458C5BC}" srcOrd="1" destOrd="0" presId="urn:microsoft.com/office/officeart/2008/layout/NameandTitleOrganizationalChart"/>
    <dgm:cxn modelId="{C55102EC-DE3C-413A-8EF6-CF10BD4C0979}" type="presParOf" srcId="{F500CB3D-1BA7-42C4-A19A-D0934CCAD410}" destId="{6FFAF9DA-2913-4657-8655-3C1501640D11}" srcOrd="2" destOrd="0" presId="urn:microsoft.com/office/officeart/2008/layout/NameandTitleOrganizationalChart"/>
    <dgm:cxn modelId="{039D4982-1E56-451B-AA3F-A098EAF615F8}" type="presParOf" srcId="{8427DA2D-724C-4DC2-8775-8B9316F1D678}" destId="{2BD8A4BA-E295-4113-ACC9-375CEA059E4F}" srcOrd="1" destOrd="0" presId="urn:microsoft.com/office/officeart/2008/layout/NameandTitleOrganizationalChart"/>
    <dgm:cxn modelId="{E1F7DE83-A555-4C53-96B3-99E50A152DC5}" type="presParOf" srcId="{8427DA2D-724C-4DC2-8775-8B9316F1D678}" destId="{CE455AEB-2BD9-4021-A1F1-49C553468A86}" srcOrd="2" destOrd="0" presId="urn:microsoft.com/office/officeart/2008/layout/NameandTitleOrganizationalChart"/>
    <dgm:cxn modelId="{0E7FA800-B9E3-4032-9967-93550BD81A93}" type="presParOf" srcId="{A8F01705-7375-4B14-83D9-7F673B28F794}" destId="{9E4F5C8C-5D8B-46E8-B4A9-E5BE45A04C7A}" srcOrd="2" destOrd="0" presId="urn:microsoft.com/office/officeart/2008/layout/NameandTitleOrganizationalChart"/>
    <dgm:cxn modelId="{E525F571-0043-4FB4-BF98-468A47646007}" type="presParOf" srcId="{A8F01705-7375-4B14-83D9-7F673B28F794}" destId="{A3FEB4AD-ED0E-4C3D-AF4D-4BB4C2110DD3}" srcOrd="3" destOrd="0" presId="urn:microsoft.com/office/officeart/2008/layout/NameandTitleOrganizationalChart"/>
    <dgm:cxn modelId="{CE677B47-A153-410B-8C58-94DC0555205E}" type="presParOf" srcId="{A3FEB4AD-ED0E-4C3D-AF4D-4BB4C2110DD3}" destId="{B8EE268B-E987-4230-9347-74BD54082B69}" srcOrd="0" destOrd="0" presId="urn:microsoft.com/office/officeart/2008/layout/NameandTitleOrganizationalChart"/>
    <dgm:cxn modelId="{33068D37-084D-4981-997A-70CB8130D886}" type="presParOf" srcId="{B8EE268B-E987-4230-9347-74BD54082B69}" destId="{110D7D18-3151-465E-B53D-E4A91D0C1B6D}" srcOrd="0" destOrd="0" presId="urn:microsoft.com/office/officeart/2008/layout/NameandTitleOrganizationalChart"/>
    <dgm:cxn modelId="{0A2C7CF6-54B3-41DB-B3C9-5B0674AF1342}" type="presParOf" srcId="{B8EE268B-E987-4230-9347-74BD54082B69}" destId="{960AD1BC-725E-469A-B778-30712D1C8FDB}" srcOrd="1" destOrd="0" presId="urn:microsoft.com/office/officeart/2008/layout/NameandTitleOrganizationalChart"/>
    <dgm:cxn modelId="{9B41F4DC-980F-421F-84F3-CFA639993761}" type="presParOf" srcId="{B8EE268B-E987-4230-9347-74BD54082B69}" destId="{6F63CB42-30A3-4F73-A0C9-D406B9D818D1}" srcOrd="2" destOrd="0" presId="urn:microsoft.com/office/officeart/2008/layout/NameandTitleOrganizationalChart"/>
    <dgm:cxn modelId="{366A3BDD-4658-4C45-951D-559B15B7421A}" type="presParOf" srcId="{A3FEB4AD-ED0E-4C3D-AF4D-4BB4C2110DD3}" destId="{36820090-6A30-44EF-A879-22A1494A5040}" srcOrd="1" destOrd="0" presId="urn:microsoft.com/office/officeart/2008/layout/NameandTitleOrganizationalChart"/>
    <dgm:cxn modelId="{9C5F8237-424E-40A8-8044-9CDF6DBCAC66}" type="presParOf" srcId="{A3FEB4AD-ED0E-4C3D-AF4D-4BB4C2110DD3}" destId="{2BFCFE01-A3BB-4AF8-877B-4D924417FABE}" srcOrd="2" destOrd="0" presId="urn:microsoft.com/office/officeart/2008/layout/NameandTitleOrganizationalChart"/>
    <dgm:cxn modelId="{21B0AF95-FEB1-467B-BDA3-4647B359A6B1}" type="presParOf" srcId="{9B34B5AC-06FA-4DD4-A154-237BCF51B4A5}" destId="{D78D868B-1BA0-435E-B12F-DC20D23736D0}" srcOrd="2" destOrd="0" presId="urn:microsoft.com/office/officeart/2008/layout/NameandTitleOrganizationalChart"/>
    <dgm:cxn modelId="{5F18363F-89F2-41FF-BE31-FA314E9DB7F2}" type="presParOf" srcId="{A0D1916F-1B7B-409D-983E-1B9A07B91B53}" destId="{B5C902F7-F8DA-4163-9052-4F1713142601}" srcOrd="2" destOrd="0" presId="urn:microsoft.com/office/officeart/2008/layout/NameandTitleOrganizationalChart"/>
    <dgm:cxn modelId="{39534B99-A558-4C39-A3B9-A633C0776678}" type="presParOf" srcId="{A0D1916F-1B7B-409D-983E-1B9A07B91B53}" destId="{D7232F93-F3FC-4143-B8CD-3A192A8D5033}" srcOrd="3" destOrd="0" presId="urn:microsoft.com/office/officeart/2008/layout/NameandTitleOrganizationalChart"/>
    <dgm:cxn modelId="{11ED8B9C-5FB2-4759-AEF3-FD672913D696}" type="presParOf" srcId="{D7232F93-F3FC-4143-B8CD-3A192A8D5033}" destId="{B3018D5C-02E6-4777-A201-9FE2C3E79181}" srcOrd="0" destOrd="0" presId="urn:microsoft.com/office/officeart/2008/layout/NameandTitleOrganizationalChart"/>
    <dgm:cxn modelId="{D3FE42B5-EC00-4A51-BB56-5752D305297B}" type="presParOf" srcId="{B3018D5C-02E6-4777-A201-9FE2C3E79181}" destId="{78662333-3B16-4916-B7A9-A3623E43E65C}" srcOrd="0" destOrd="0" presId="urn:microsoft.com/office/officeart/2008/layout/NameandTitleOrganizationalChart"/>
    <dgm:cxn modelId="{7C10E83D-E456-42A2-8486-F1BC3256CAB7}" type="presParOf" srcId="{B3018D5C-02E6-4777-A201-9FE2C3E79181}" destId="{A65CAAB2-2012-4592-9360-CBCCC8A4446D}" srcOrd="1" destOrd="0" presId="urn:microsoft.com/office/officeart/2008/layout/NameandTitleOrganizationalChart"/>
    <dgm:cxn modelId="{E21FB6DB-403A-4B24-B976-345BFC59F293}" type="presParOf" srcId="{B3018D5C-02E6-4777-A201-9FE2C3E79181}" destId="{9E88B0B9-920D-426C-A12E-0BE7FCA1B555}" srcOrd="2" destOrd="0" presId="urn:microsoft.com/office/officeart/2008/layout/NameandTitleOrganizationalChart"/>
    <dgm:cxn modelId="{433A53FF-C004-41EE-BCCF-2EFC661C46DC}" type="presParOf" srcId="{D7232F93-F3FC-4143-B8CD-3A192A8D5033}" destId="{92DDB9D6-79E3-428D-8ED3-9A7508663408}" srcOrd="1" destOrd="0" presId="urn:microsoft.com/office/officeart/2008/layout/NameandTitleOrganizationalChart"/>
    <dgm:cxn modelId="{871D1F01-339F-4533-A140-FD42A6A508E5}" type="presParOf" srcId="{D7232F93-F3FC-4143-B8CD-3A192A8D5033}" destId="{AB0BAB48-9219-44DE-80E4-842309D061EE}" srcOrd="2" destOrd="0" presId="urn:microsoft.com/office/officeart/2008/layout/NameandTitleOrganizationalChart"/>
    <dgm:cxn modelId="{719C3238-E793-4BD0-9A62-5365B0FEA4D1}" type="presParOf" srcId="{A0D1916F-1B7B-409D-983E-1B9A07B91B53}" destId="{B56995F7-75E6-4A81-A5F7-88834A5BDA2D}" srcOrd="4" destOrd="0" presId="urn:microsoft.com/office/officeart/2008/layout/NameandTitleOrganizationalChart"/>
    <dgm:cxn modelId="{BBA1B334-8AB6-4F81-8A2F-2AED5B38AE0F}" type="presParOf" srcId="{A0D1916F-1B7B-409D-983E-1B9A07B91B53}" destId="{6321B173-8CB9-418C-9A41-4D7A9C68B6E3}" srcOrd="5" destOrd="0" presId="urn:microsoft.com/office/officeart/2008/layout/NameandTitleOrganizationalChart"/>
    <dgm:cxn modelId="{F5B6ADE5-B18C-41B2-BB82-59CC7F089D2E}" type="presParOf" srcId="{6321B173-8CB9-418C-9A41-4D7A9C68B6E3}" destId="{2FC44190-ED94-44CB-8F50-1054E7BDC22F}" srcOrd="0" destOrd="0" presId="urn:microsoft.com/office/officeart/2008/layout/NameandTitleOrganizationalChart"/>
    <dgm:cxn modelId="{166CEBE3-BFCF-4CBF-B491-001190920CFE}" type="presParOf" srcId="{2FC44190-ED94-44CB-8F50-1054E7BDC22F}" destId="{083B6AC9-F2C6-4843-AB11-206BDCAB4921}" srcOrd="0" destOrd="0" presId="urn:microsoft.com/office/officeart/2008/layout/NameandTitleOrganizationalChart"/>
    <dgm:cxn modelId="{58A32CE9-A523-4946-B189-1DA53E4C1575}" type="presParOf" srcId="{2FC44190-ED94-44CB-8F50-1054E7BDC22F}" destId="{1ADEC977-EEC9-4F34-8CEA-F550B3D9B610}" srcOrd="1" destOrd="0" presId="urn:microsoft.com/office/officeart/2008/layout/NameandTitleOrganizationalChart"/>
    <dgm:cxn modelId="{B6091270-95B3-46C5-B3E7-7F7B710A5683}" type="presParOf" srcId="{2FC44190-ED94-44CB-8F50-1054E7BDC22F}" destId="{97680410-81FC-44B6-A670-7B5EE8694D6D}" srcOrd="2" destOrd="0" presId="urn:microsoft.com/office/officeart/2008/layout/NameandTitleOrganizationalChart"/>
    <dgm:cxn modelId="{8E058A94-CCCD-4647-8D98-B5CBE192FD88}" type="presParOf" srcId="{6321B173-8CB9-418C-9A41-4D7A9C68B6E3}" destId="{53EE69F9-F038-4144-A37C-84F1AF282AD1}" srcOrd="1" destOrd="0" presId="urn:microsoft.com/office/officeart/2008/layout/NameandTitleOrganizationalChart"/>
    <dgm:cxn modelId="{6534A3EA-514D-437F-AA30-682EC1A9F84C}" type="presParOf" srcId="{53EE69F9-F038-4144-A37C-84F1AF282AD1}" destId="{93AAF875-82A9-43B6-B0F3-808599EFF08F}" srcOrd="0" destOrd="0" presId="urn:microsoft.com/office/officeart/2008/layout/NameandTitleOrganizationalChart"/>
    <dgm:cxn modelId="{ED5DBFB8-9999-43A0-8999-64343DF20E0F}" type="presParOf" srcId="{53EE69F9-F038-4144-A37C-84F1AF282AD1}" destId="{0E8E78C7-FA33-46C3-AFEE-56EDC8DEB561}" srcOrd="1" destOrd="0" presId="urn:microsoft.com/office/officeart/2008/layout/NameandTitleOrganizationalChart"/>
    <dgm:cxn modelId="{599DBAD2-E0BD-4D0F-BFB1-7D5E94F0B2F8}" type="presParOf" srcId="{0E8E78C7-FA33-46C3-AFEE-56EDC8DEB561}" destId="{5CCFC936-0A0B-4FF2-8A26-C081A0F63A45}" srcOrd="0" destOrd="0" presId="urn:microsoft.com/office/officeart/2008/layout/NameandTitleOrganizationalChart"/>
    <dgm:cxn modelId="{814D0583-0FD4-4FAB-B2DF-5F754DC284F3}" type="presParOf" srcId="{5CCFC936-0A0B-4FF2-8A26-C081A0F63A45}" destId="{1F5126D8-5E53-432F-BE02-6C7649237263}" srcOrd="0" destOrd="0" presId="urn:microsoft.com/office/officeart/2008/layout/NameandTitleOrganizationalChart"/>
    <dgm:cxn modelId="{0ECA839D-54A5-44E7-A646-F86DC15DC11B}" type="presParOf" srcId="{5CCFC936-0A0B-4FF2-8A26-C081A0F63A45}" destId="{0DD8D931-D224-498D-830F-0D1F26CA8A83}" srcOrd="1" destOrd="0" presId="urn:microsoft.com/office/officeart/2008/layout/NameandTitleOrganizationalChart"/>
    <dgm:cxn modelId="{36023228-7FFD-4CB7-95D2-E21A80AD63B6}" type="presParOf" srcId="{5CCFC936-0A0B-4FF2-8A26-C081A0F63A45}" destId="{FA3B68B8-5699-44D3-98DA-0AB4F3C66E05}" srcOrd="2" destOrd="0" presId="urn:microsoft.com/office/officeart/2008/layout/NameandTitleOrganizationalChart"/>
    <dgm:cxn modelId="{8A511588-C698-4469-8F45-13856BF3CAA2}" type="presParOf" srcId="{0E8E78C7-FA33-46C3-AFEE-56EDC8DEB561}" destId="{E469CE94-EB53-408D-9602-D16A42E683F2}" srcOrd="1" destOrd="0" presId="urn:microsoft.com/office/officeart/2008/layout/NameandTitleOrganizationalChart"/>
    <dgm:cxn modelId="{5B14F243-D6B1-4303-92E5-C63C32C224CD}" type="presParOf" srcId="{E469CE94-EB53-408D-9602-D16A42E683F2}" destId="{276BE6A0-E72C-4891-96F1-0E8D5E626D24}" srcOrd="0" destOrd="0" presId="urn:microsoft.com/office/officeart/2008/layout/NameandTitleOrganizationalChart"/>
    <dgm:cxn modelId="{E5EF2A9D-0769-4CF4-BA3F-13BF5BCA38A4}" type="presParOf" srcId="{E469CE94-EB53-408D-9602-D16A42E683F2}" destId="{D545A3AB-6B60-4BA9-B314-FFF123000A6C}" srcOrd="1" destOrd="0" presId="urn:microsoft.com/office/officeart/2008/layout/NameandTitleOrganizationalChart"/>
    <dgm:cxn modelId="{37520EAC-64AC-4CD0-BEDD-C7E10CEDEB1A}" type="presParOf" srcId="{D545A3AB-6B60-4BA9-B314-FFF123000A6C}" destId="{2AE58A88-8AB9-4EE9-B12A-E4FA93CB7817}" srcOrd="0" destOrd="0" presId="urn:microsoft.com/office/officeart/2008/layout/NameandTitleOrganizationalChart"/>
    <dgm:cxn modelId="{2610146C-799F-490A-9E16-6AE7D524DF18}" type="presParOf" srcId="{2AE58A88-8AB9-4EE9-B12A-E4FA93CB7817}" destId="{F45500BE-52F8-4D06-BFEE-C3D5F99480B8}" srcOrd="0" destOrd="0" presId="urn:microsoft.com/office/officeart/2008/layout/NameandTitleOrganizationalChart"/>
    <dgm:cxn modelId="{3B2711DC-9941-4CD0-A626-6BDE8F4DA257}" type="presParOf" srcId="{2AE58A88-8AB9-4EE9-B12A-E4FA93CB7817}" destId="{3F6EAE4D-4800-4F11-81D2-CC0E6F8E98BF}" srcOrd="1" destOrd="0" presId="urn:microsoft.com/office/officeart/2008/layout/NameandTitleOrganizationalChart"/>
    <dgm:cxn modelId="{E25CECBD-2946-4CB4-9E91-0A9302D6E46D}" type="presParOf" srcId="{2AE58A88-8AB9-4EE9-B12A-E4FA93CB7817}" destId="{C10583C3-0967-473B-A4A0-BE511FDB8C94}" srcOrd="2" destOrd="0" presId="urn:microsoft.com/office/officeart/2008/layout/NameandTitleOrganizationalChart"/>
    <dgm:cxn modelId="{51DED188-1312-4D40-96D5-BE43F33A25A0}" type="presParOf" srcId="{D545A3AB-6B60-4BA9-B314-FFF123000A6C}" destId="{647375B5-ED9A-4E98-8A2F-05EBF173334B}" srcOrd="1" destOrd="0" presId="urn:microsoft.com/office/officeart/2008/layout/NameandTitleOrganizationalChart"/>
    <dgm:cxn modelId="{3AAEDA60-8273-4923-A715-A14C54509BE8}" type="presParOf" srcId="{647375B5-ED9A-4E98-8A2F-05EBF173334B}" destId="{FC44D79C-999C-4195-9C7A-7ABB96237C90}" srcOrd="0" destOrd="0" presId="urn:microsoft.com/office/officeart/2008/layout/NameandTitleOrganizationalChart"/>
    <dgm:cxn modelId="{C22F721D-2A8B-4B2B-8AF3-733BC19B9483}" type="presParOf" srcId="{647375B5-ED9A-4E98-8A2F-05EBF173334B}" destId="{3020AE6F-ADA3-4A88-B1B7-CEA08028BB15}" srcOrd="1" destOrd="0" presId="urn:microsoft.com/office/officeart/2008/layout/NameandTitleOrganizationalChart"/>
    <dgm:cxn modelId="{14D03C7C-0337-446E-AB15-20E41DB18649}" type="presParOf" srcId="{3020AE6F-ADA3-4A88-B1B7-CEA08028BB15}" destId="{01EEB166-86FA-49FC-9A5E-94AE9D0C5140}" srcOrd="0" destOrd="0" presId="urn:microsoft.com/office/officeart/2008/layout/NameandTitleOrganizationalChart"/>
    <dgm:cxn modelId="{DC41B9FB-B91B-4C6D-AE8A-22B7D522C82F}" type="presParOf" srcId="{01EEB166-86FA-49FC-9A5E-94AE9D0C5140}" destId="{FC868831-7D90-48CA-B022-6961DE64AC7D}" srcOrd="0" destOrd="0" presId="urn:microsoft.com/office/officeart/2008/layout/NameandTitleOrganizationalChart"/>
    <dgm:cxn modelId="{1D7C7F65-B015-4F7A-B8B6-625EF90E718F}" type="presParOf" srcId="{01EEB166-86FA-49FC-9A5E-94AE9D0C5140}" destId="{191B3D1B-B8D0-49B2-9DB3-E5ECC23A8736}" srcOrd="1" destOrd="0" presId="urn:microsoft.com/office/officeart/2008/layout/NameandTitleOrganizationalChart"/>
    <dgm:cxn modelId="{6684E04D-8CDA-4968-A025-15EB44ADDAE5}" type="presParOf" srcId="{01EEB166-86FA-49FC-9A5E-94AE9D0C5140}" destId="{0A779BA5-AD73-477C-9EA3-AF2295023701}" srcOrd="2" destOrd="0" presId="urn:microsoft.com/office/officeart/2008/layout/NameandTitleOrganizationalChart"/>
    <dgm:cxn modelId="{B2595EED-9618-4268-BA73-6BC0D65C78D9}" type="presParOf" srcId="{3020AE6F-ADA3-4A88-B1B7-CEA08028BB15}" destId="{648A2D53-50D6-45E0-B3CF-A753143FC10E}" srcOrd="1" destOrd="0" presId="urn:microsoft.com/office/officeart/2008/layout/NameandTitleOrganizationalChart"/>
    <dgm:cxn modelId="{8FC4E567-A711-4F1A-8AE2-39C9A4C61E6C}" type="presParOf" srcId="{3020AE6F-ADA3-4A88-B1B7-CEA08028BB15}" destId="{0761C0FE-1821-4B40-BECF-8D7569E6AB50}" srcOrd="2" destOrd="0" presId="urn:microsoft.com/office/officeart/2008/layout/NameandTitleOrganizationalChart"/>
    <dgm:cxn modelId="{99E02AC1-4EAA-4690-BA4A-04D16FE834EE}" type="presParOf" srcId="{647375B5-ED9A-4E98-8A2F-05EBF173334B}" destId="{EA2374ED-AEC9-4FAD-B43C-79DC775207CB}" srcOrd="2" destOrd="0" presId="urn:microsoft.com/office/officeart/2008/layout/NameandTitleOrganizationalChart"/>
    <dgm:cxn modelId="{3C166122-7CC6-4D94-B540-2CA81BC92254}" type="presParOf" srcId="{647375B5-ED9A-4E98-8A2F-05EBF173334B}" destId="{BE761751-1C81-445A-84D6-05A2F561E5F3}" srcOrd="3" destOrd="0" presId="urn:microsoft.com/office/officeart/2008/layout/NameandTitleOrganizationalChart"/>
    <dgm:cxn modelId="{720400FE-2E65-49A7-9ECF-2DD0FDA5B0D9}" type="presParOf" srcId="{BE761751-1C81-445A-84D6-05A2F561E5F3}" destId="{1C5C55D9-7026-479E-AC05-FE99A00C6EC2}" srcOrd="0" destOrd="0" presId="urn:microsoft.com/office/officeart/2008/layout/NameandTitleOrganizationalChart"/>
    <dgm:cxn modelId="{26F6E426-EB0D-4D99-91CE-EB3D1C12536F}" type="presParOf" srcId="{1C5C55D9-7026-479E-AC05-FE99A00C6EC2}" destId="{235B0AF2-9890-4448-AF6C-3C4523FD13A3}" srcOrd="0" destOrd="0" presId="urn:microsoft.com/office/officeart/2008/layout/NameandTitleOrganizationalChart"/>
    <dgm:cxn modelId="{7D6F5DE0-D33E-4688-8A25-7D9AA64EE7EF}" type="presParOf" srcId="{1C5C55D9-7026-479E-AC05-FE99A00C6EC2}" destId="{EF851151-2B00-44EA-B0DE-DD52563D81D6}" srcOrd="1" destOrd="0" presId="urn:microsoft.com/office/officeart/2008/layout/NameandTitleOrganizationalChart"/>
    <dgm:cxn modelId="{00E7AE06-C341-4C81-A8FC-1B285B85736A}" type="presParOf" srcId="{1C5C55D9-7026-479E-AC05-FE99A00C6EC2}" destId="{E2D1ED68-788D-48D9-964D-27F6357C22A7}" srcOrd="2" destOrd="0" presId="urn:microsoft.com/office/officeart/2008/layout/NameandTitleOrganizationalChart"/>
    <dgm:cxn modelId="{C93F38A9-AD12-4775-897F-F2D2E81239C6}" type="presParOf" srcId="{BE761751-1C81-445A-84D6-05A2F561E5F3}" destId="{D7203D1A-982B-4982-9813-8EB418D2E863}" srcOrd="1" destOrd="0" presId="urn:microsoft.com/office/officeart/2008/layout/NameandTitleOrganizationalChart"/>
    <dgm:cxn modelId="{0C349D71-CDC1-4E70-9DF0-F4F35BCAE7FE}" type="presParOf" srcId="{BE761751-1C81-445A-84D6-05A2F561E5F3}" destId="{6F8EE97E-3C19-4CBE-A311-BD269B3A9795}" srcOrd="2" destOrd="0" presId="urn:microsoft.com/office/officeart/2008/layout/NameandTitleOrganizationalChart"/>
    <dgm:cxn modelId="{84F21900-49C5-4836-82A6-9818DA16DF9F}" type="presParOf" srcId="{D545A3AB-6B60-4BA9-B314-FFF123000A6C}" destId="{B15D8494-854B-4CB3-9F70-80120EB945C0}" srcOrd="2" destOrd="0" presId="urn:microsoft.com/office/officeart/2008/layout/NameandTitleOrganizationalChart"/>
    <dgm:cxn modelId="{67D7C61B-3A98-41A3-B45E-11A5677E8827}" type="presParOf" srcId="{E469CE94-EB53-408D-9602-D16A42E683F2}" destId="{446600FC-C95F-49CC-8151-D3BE044847FC}" srcOrd="2" destOrd="0" presId="urn:microsoft.com/office/officeart/2008/layout/NameandTitleOrganizationalChart"/>
    <dgm:cxn modelId="{1C1E727C-3DCE-469F-8887-3F3860D3A52D}" type="presParOf" srcId="{E469CE94-EB53-408D-9602-D16A42E683F2}" destId="{47B87802-549F-4E13-AD9A-E73DB6F52DA2}" srcOrd="3" destOrd="0" presId="urn:microsoft.com/office/officeart/2008/layout/NameandTitleOrganizationalChart"/>
    <dgm:cxn modelId="{F48FB75A-EDB0-4C82-86A3-FE473D11B362}" type="presParOf" srcId="{47B87802-549F-4E13-AD9A-E73DB6F52DA2}" destId="{0199F3FD-C42F-453E-A168-80DD0CF161E4}" srcOrd="0" destOrd="0" presId="urn:microsoft.com/office/officeart/2008/layout/NameandTitleOrganizationalChart"/>
    <dgm:cxn modelId="{8C6C0E4B-D8F6-45FD-A52C-C672FFEC09C3}" type="presParOf" srcId="{0199F3FD-C42F-453E-A168-80DD0CF161E4}" destId="{01809C96-0013-4DF9-9522-8A5E1A4687CE}" srcOrd="0" destOrd="0" presId="urn:microsoft.com/office/officeart/2008/layout/NameandTitleOrganizationalChart"/>
    <dgm:cxn modelId="{1A079E3A-B48E-430C-8655-DA3A14305026}" type="presParOf" srcId="{0199F3FD-C42F-453E-A168-80DD0CF161E4}" destId="{F283BE37-9C27-477C-AEF0-D35CF4E2C8C6}" srcOrd="1" destOrd="0" presId="urn:microsoft.com/office/officeart/2008/layout/NameandTitleOrganizationalChart"/>
    <dgm:cxn modelId="{E93B3200-ADD5-4AA0-A1B9-7EAD07F0F2C9}" type="presParOf" srcId="{0199F3FD-C42F-453E-A168-80DD0CF161E4}" destId="{08D3A322-4008-41BC-9C0E-2FE8850B701A}" srcOrd="2" destOrd="0" presId="urn:microsoft.com/office/officeart/2008/layout/NameandTitleOrganizationalChart"/>
    <dgm:cxn modelId="{9C3C7E4B-055E-4BEC-B500-24C8E5E4E6CD}" type="presParOf" srcId="{47B87802-549F-4E13-AD9A-E73DB6F52DA2}" destId="{D49702FE-F4C8-4810-AF0F-F4FF1EE0C071}" srcOrd="1" destOrd="0" presId="urn:microsoft.com/office/officeart/2008/layout/NameandTitleOrganizationalChart"/>
    <dgm:cxn modelId="{3300EFF7-50E4-4554-A321-0F2382FB23AA}" type="presParOf" srcId="{D49702FE-F4C8-4810-AF0F-F4FF1EE0C071}" destId="{9CAB592F-6A5B-4CBE-A4CC-B3B41C9295ED}" srcOrd="0" destOrd="0" presId="urn:microsoft.com/office/officeart/2008/layout/NameandTitleOrganizationalChart"/>
    <dgm:cxn modelId="{C592238F-FD9C-45E4-9154-50ADAA3EBF8B}" type="presParOf" srcId="{D49702FE-F4C8-4810-AF0F-F4FF1EE0C071}" destId="{F3FB56AD-41E5-4111-9288-4E8D9FB2FA80}" srcOrd="1" destOrd="0" presId="urn:microsoft.com/office/officeart/2008/layout/NameandTitleOrganizationalChart"/>
    <dgm:cxn modelId="{DDB8FC90-5293-49FD-BD2F-97B92835F12E}" type="presParOf" srcId="{F3FB56AD-41E5-4111-9288-4E8D9FB2FA80}" destId="{6BBDDBC6-24BB-48A5-9DF5-AE54D000BB53}" srcOrd="0" destOrd="0" presId="urn:microsoft.com/office/officeart/2008/layout/NameandTitleOrganizationalChart"/>
    <dgm:cxn modelId="{D563C537-A2D9-4C32-9ED4-F380EE11EB40}" type="presParOf" srcId="{6BBDDBC6-24BB-48A5-9DF5-AE54D000BB53}" destId="{8C7229A4-3FB6-411D-9B68-A85FBCE9392F}" srcOrd="0" destOrd="0" presId="urn:microsoft.com/office/officeart/2008/layout/NameandTitleOrganizationalChart"/>
    <dgm:cxn modelId="{DE44A9E3-6B88-4AEA-ACF5-A253DB5BFB2A}" type="presParOf" srcId="{6BBDDBC6-24BB-48A5-9DF5-AE54D000BB53}" destId="{C0B8919A-5B4C-4C21-889B-BDB85EAFA950}" srcOrd="1" destOrd="0" presId="urn:microsoft.com/office/officeart/2008/layout/NameandTitleOrganizationalChart"/>
    <dgm:cxn modelId="{27143260-D28E-404D-99F5-B68FE43BE3CB}" type="presParOf" srcId="{6BBDDBC6-24BB-48A5-9DF5-AE54D000BB53}" destId="{D042F7DF-5AA0-48EA-968E-CC1A3A317091}" srcOrd="2" destOrd="0" presId="urn:microsoft.com/office/officeart/2008/layout/NameandTitleOrganizationalChart"/>
    <dgm:cxn modelId="{1CA76C80-7F35-4FB9-A066-9D680E74B066}" type="presParOf" srcId="{F3FB56AD-41E5-4111-9288-4E8D9FB2FA80}" destId="{8343CDD1-52A1-4F0C-914B-55F652D30291}" srcOrd="1" destOrd="0" presId="urn:microsoft.com/office/officeart/2008/layout/NameandTitleOrganizationalChart"/>
    <dgm:cxn modelId="{88570E9E-6AE6-46EC-A7DF-E16240C39A97}" type="presParOf" srcId="{8343CDD1-52A1-4F0C-914B-55F652D30291}" destId="{C0FA4566-2711-4788-8170-FC9F6A503BEE}" srcOrd="0" destOrd="0" presId="urn:microsoft.com/office/officeart/2008/layout/NameandTitleOrganizationalChart"/>
    <dgm:cxn modelId="{2A3048BF-B0BE-423B-9A63-0EE181410E9F}" type="presParOf" srcId="{8343CDD1-52A1-4F0C-914B-55F652D30291}" destId="{7FD25F6F-F562-430E-B97D-DD279D38A43D}" srcOrd="1" destOrd="0" presId="urn:microsoft.com/office/officeart/2008/layout/NameandTitleOrganizationalChart"/>
    <dgm:cxn modelId="{55B2E93A-F76F-4CFE-B9D1-AA25BF17AFA8}" type="presParOf" srcId="{7FD25F6F-F562-430E-B97D-DD279D38A43D}" destId="{07837FFC-A17A-4F77-8BA2-2999466C105A}" srcOrd="0" destOrd="0" presId="urn:microsoft.com/office/officeart/2008/layout/NameandTitleOrganizationalChart"/>
    <dgm:cxn modelId="{9B31960E-A696-4A0A-A275-5C555C8CC4CE}" type="presParOf" srcId="{07837FFC-A17A-4F77-8BA2-2999466C105A}" destId="{388713E7-4403-487E-BF9B-A9E3160BE173}" srcOrd="0" destOrd="0" presId="urn:microsoft.com/office/officeart/2008/layout/NameandTitleOrganizationalChart"/>
    <dgm:cxn modelId="{D7ECDB88-6703-4207-AB53-0B1E15B655CD}" type="presParOf" srcId="{07837FFC-A17A-4F77-8BA2-2999466C105A}" destId="{70A5D23A-74C9-4735-BA28-37202321DCF7}" srcOrd="1" destOrd="0" presId="urn:microsoft.com/office/officeart/2008/layout/NameandTitleOrganizationalChart"/>
    <dgm:cxn modelId="{200728BB-F4E2-44CB-8285-75474249BCD5}" type="presParOf" srcId="{07837FFC-A17A-4F77-8BA2-2999466C105A}" destId="{71DF1BAD-7556-4CAB-8709-396353E21BE5}" srcOrd="2" destOrd="0" presId="urn:microsoft.com/office/officeart/2008/layout/NameandTitleOrganizationalChart"/>
    <dgm:cxn modelId="{D6DC9163-5DA8-431D-8FED-25EE76E1B56D}" type="presParOf" srcId="{7FD25F6F-F562-430E-B97D-DD279D38A43D}" destId="{158971B7-CF5E-4D70-90C2-2CAF66122CB5}" srcOrd="1" destOrd="0" presId="urn:microsoft.com/office/officeart/2008/layout/NameandTitleOrganizationalChart"/>
    <dgm:cxn modelId="{BD98F1CB-0B74-4091-B834-B6BA406C9200}" type="presParOf" srcId="{7FD25F6F-F562-430E-B97D-DD279D38A43D}" destId="{99E610D4-3E9D-4317-8EC3-690038F3EA1E}" srcOrd="2" destOrd="0" presId="urn:microsoft.com/office/officeart/2008/layout/NameandTitleOrganizationalChart"/>
    <dgm:cxn modelId="{67EE9120-B13E-4B95-9BA5-D5D76A305E54}" type="presParOf" srcId="{8343CDD1-52A1-4F0C-914B-55F652D30291}" destId="{8D49B50D-AECB-4A01-A349-7DDA5256D183}" srcOrd="2" destOrd="0" presId="urn:microsoft.com/office/officeart/2008/layout/NameandTitleOrganizationalChart"/>
    <dgm:cxn modelId="{4052B124-C42C-4C5C-BFCC-C0BCCDE2CD9B}" type="presParOf" srcId="{8343CDD1-52A1-4F0C-914B-55F652D30291}" destId="{68BEB1D4-EB6A-4030-B29B-D8E82D308C37}" srcOrd="3" destOrd="0" presId="urn:microsoft.com/office/officeart/2008/layout/NameandTitleOrganizationalChart"/>
    <dgm:cxn modelId="{5A24CE96-D9F9-4884-A09D-741CA9C5C742}" type="presParOf" srcId="{68BEB1D4-EB6A-4030-B29B-D8E82D308C37}" destId="{87D17E5A-DFFB-4670-AEE8-E336C8A58B60}" srcOrd="0" destOrd="0" presId="urn:microsoft.com/office/officeart/2008/layout/NameandTitleOrganizationalChart"/>
    <dgm:cxn modelId="{13DA9542-0909-4AA4-ADD9-409365E83AA1}" type="presParOf" srcId="{87D17E5A-DFFB-4670-AEE8-E336C8A58B60}" destId="{EF734D6C-3F05-4B69-A4C9-93D0914FFF4A}" srcOrd="0" destOrd="0" presId="urn:microsoft.com/office/officeart/2008/layout/NameandTitleOrganizationalChart"/>
    <dgm:cxn modelId="{DE3B7A7C-32F7-424E-92BA-3A5DC0054EFA}" type="presParOf" srcId="{87D17E5A-DFFB-4670-AEE8-E336C8A58B60}" destId="{4D2F7943-C81B-4773-9246-AB69420964F5}" srcOrd="1" destOrd="0" presId="urn:microsoft.com/office/officeart/2008/layout/NameandTitleOrganizationalChart"/>
    <dgm:cxn modelId="{A1821757-A414-40E8-806D-17C0F8C81A9A}" type="presParOf" srcId="{87D17E5A-DFFB-4670-AEE8-E336C8A58B60}" destId="{2EF0A287-D05A-4EBD-A01B-F1DED02F029E}" srcOrd="2" destOrd="0" presId="urn:microsoft.com/office/officeart/2008/layout/NameandTitleOrganizationalChart"/>
    <dgm:cxn modelId="{5C95182E-25D3-4EFA-BAB1-E39849817E5C}" type="presParOf" srcId="{68BEB1D4-EB6A-4030-B29B-D8E82D308C37}" destId="{DC613F14-8604-44A1-95EB-3D66F5E4B374}" srcOrd="1" destOrd="0" presId="urn:microsoft.com/office/officeart/2008/layout/NameandTitleOrganizationalChart"/>
    <dgm:cxn modelId="{6E14F0C8-FDB2-4CD0-BA56-E3203B7464BC}" type="presParOf" srcId="{68BEB1D4-EB6A-4030-B29B-D8E82D308C37}" destId="{A48DCEB5-BE20-4FCC-89FA-4314A7D02371}" srcOrd="2" destOrd="0" presId="urn:microsoft.com/office/officeart/2008/layout/NameandTitleOrganizationalChart"/>
    <dgm:cxn modelId="{16BC2786-BA6E-496A-9036-DFA382270207}" type="presParOf" srcId="{8343CDD1-52A1-4F0C-914B-55F652D30291}" destId="{316A3285-31E1-4531-BFE0-EC73476C7061}" srcOrd="4" destOrd="0" presId="urn:microsoft.com/office/officeart/2008/layout/NameandTitleOrganizationalChart"/>
    <dgm:cxn modelId="{182A8454-2132-4B41-951A-8FD971F607A6}" type="presParOf" srcId="{8343CDD1-52A1-4F0C-914B-55F652D30291}" destId="{D67A434F-B0F9-448D-8509-00DC253DFB2B}" srcOrd="5" destOrd="0" presId="urn:microsoft.com/office/officeart/2008/layout/NameandTitleOrganizationalChart"/>
    <dgm:cxn modelId="{06075810-BF34-4727-BFE1-F53FE87D7741}" type="presParOf" srcId="{D67A434F-B0F9-448D-8509-00DC253DFB2B}" destId="{348B8C4D-E9A8-4F0D-A4E2-5903476FEC14}" srcOrd="0" destOrd="0" presId="urn:microsoft.com/office/officeart/2008/layout/NameandTitleOrganizationalChart"/>
    <dgm:cxn modelId="{428A8F4E-34CF-4740-9A5A-361624A733A7}" type="presParOf" srcId="{348B8C4D-E9A8-4F0D-A4E2-5903476FEC14}" destId="{5B0B0F34-1149-413A-8794-7854990E2BA2}" srcOrd="0" destOrd="0" presId="urn:microsoft.com/office/officeart/2008/layout/NameandTitleOrganizationalChart"/>
    <dgm:cxn modelId="{A1A209C9-986D-499A-9A4F-5366FE4DB15E}" type="presParOf" srcId="{348B8C4D-E9A8-4F0D-A4E2-5903476FEC14}" destId="{8B1B9A61-AF3A-47E1-B936-24816ABE470A}" srcOrd="1" destOrd="0" presId="urn:microsoft.com/office/officeart/2008/layout/NameandTitleOrganizationalChart"/>
    <dgm:cxn modelId="{83E174DD-02D1-4D80-8726-42A49C459EDA}" type="presParOf" srcId="{348B8C4D-E9A8-4F0D-A4E2-5903476FEC14}" destId="{F773ED45-1246-4A52-96F7-6EDAF61A73CA}" srcOrd="2" destOrd="0" presId="urn:microsoft.com/office/officeart/2008/layout/NameandTitleOrganizationalChart"/>
    <dgm:cxn modelId="{5254F5C3-4FC6-4B32-99A4-A7CD3E70A963}" type="presParOf" srcId="{D67A434F-B0F9-448D-8509-00DC253DFB2B}" destId="{0E9C5716-C953-4A09-8716-703D1975192C}" srcOrd="1" destOrd="0" presId="urn:microsoft.com/office/officeart/2008/layout/NameandTitleOrganizationalChart"/>
    <dgm:cxn modelId="{6E4F165A-29EA-4DE7-A304-718AD02599F5}" type="presParOf" srcId="{D67A434F-B0F9-448D-8509-00DC253DFB2B}" destId="{B78ADFA6-EE99-48D2-88F5-FAFCA71519C3}" srcOrd="2" destOrd="0" presId="urn:microsoft.com/office/officeart/2008/layout/NameandTitleOrganizationalChart"/>
    <dgm:cxn modelId="{84B723B9-A6AA-4F3A-917E-B4FBDE3CFA08}" type="presParOf" srcId="{F3FB56AD-41E5-4111-9288-4E8D9FB2FA80}" destId="{1BFD8013-14CA-46E0-A434-21A969B07506}" srcOrd="2" destOrd="0" presId="urn:microsoft.com/office/officeart/2008/layout/NameandTitleOrganizationalChart"/>
    <dgm:cxn modelId="{1651CCCF-7A48-4809-B46E-F917BEDC1EC5}" type="presParOf" srcId="{47B87802-549F-4E13-AD9A-E73DB6F52DA2}" destId="{A5027499-F5ED-4556-BB73-B7A3C2CD0083}" srcOrd="2" destOrd="0" presId="urn:microsoft.com/office/officeart/2008/layout/NameandTitleOrganizationalChart"/>
    <dgm:cxn modelId="{AB41BD62-34DF-4BF8-974D-0C23E2EC06EC}" type="presParOf" srcId="{0E8E78C7-FA33-46C3-AFEE-56EDC8DEB561}" destId="{BA82EBC6-158C-4D3C-A140-DCD42678F552}" srcOrd="2" destOrd="0" presId="urn:microsoft.com/office/officeart/2008/layout/NameandTitleOrganizationalChart"/>
    <dgm:cxn modelId="{9DA1D6F3-1B65-443E-9C98-3105B94917E4}" type="presParOf" srcId="{53EE69F9-F038-4144-A37C-84F1AF282AD1}" destId="{93A601C9-5E6F-47B9-97D5-C1CFA42E8C60}" srcOrd="2" destOrd="0" presId="urn:microsoft.com/office/officeart/2008/layout/NameandTitleOrganizationalChart"/>
    <dgm:cxn modelId="{8DCBA581-551B-47AC-9033-14741FBDB323}" type="presParOf" srcId="{53EE69F9-F038-4144-A37C-84F1AF282AD1}" destId="{FB85456D-482C-422F-9883-9F1B560A03E4}" srcOrd="3" destOrd="0" presId="urn:microsoft.com/office/officeart/2008/layout/NameandTitleOrganizationalChart"/>
    <dgm:cxn modelId="{4723ECA8-BB35-4BF0-BCC2-7AED59220F8C}" type="presParOf" srcId="{FB85456D-482C-422F-9883-9F1B560A03E4}" destId="{3F5C1FF4-413A-4D46-AC5C-328E35F598D7}" srcOrd="0" destOrd="0" presId="urn:microsoft.com/office/officeart/2008/layout/NameandTitleOrganizationalChart"/>
    <dgm:cxn modelId="{FCCA4D50-3DA2-45AD-A305-3BC1D2071383}" type="presParOf" srcId="{3F5C1FF4-413A-4D46-AC5C-328E35F598D7}" destId="{B166301C-398C-4926-BE18-E808C3058B1C}" srcOrd="0" destOrd="0" presId="urn:microsoft.com/office/officeart/2008/layout/NameandTitleOrganizationalChart"/>
    <dgm:cxn modelId="{3EC82E62-9E14-4235-BA76-C4E26CEDED05}" type="presParOf" srcId="{3F5C1FF4-413A-4D46-AC5C-328E35F598D7}" destId="{9BB9564F-1582-4318-9AC9-D6C0B7AE0AAB}" srcOrd="1" destOrd="0" presId="urn:microsoft.com/office/officeart/2008/layout/NameandTitleOrganizationalChart"/>
    <dgm:cxn modelId="{9842624A-5BC6-4CEC-B7E2-C24AB313209E}" type="presParOf" srcId="{3F5C1FF4-413A-4D46-AC5C-328E35F598D7}" destId="{AC3D2085-F474-4217-B122-0BE46CDFA255}" srcOrd="2" destOrd="0" presId="urn:microsoft.com/office/officeart/2008/layout/NameandTitleOrganizationalChart"/>
    <dgm:cxn modelId="{94D7AC97-79B4-4AEE-8964-BDCCC0301E68}" type="presParOf" srcId="{FB85456D-482C-422F-9883-9F1B560A03E4}" destId="{582AE459-01CE-4864-9A94-B2297719AEDF}" srcOrd="1" destOrd="0" presId="urn:microsoft.com/office/officeart/2008/layout/NameandTitleOrganizationalChart"/>
    <dgm:cxn modelId="{518DB2C7-3C5D-489D-808E-6EC01C9935D0}" type="presParOf" srcId="{FB85456D-482C-422F-9883-9F1B560A03E4}" destId="{F4BFCA6C-2D07-437B-B924-B1628F3337C8}" srcOrd="2" destOrd="0" presId="urn:microsoft.com/office/officeart/2008/layout/NameandTitleOrganizationalChart"/>
    <dgm:cxn modelId="{9D24DE91-AAB3-43AA-947C-A1FE03430985}" type="presParOf" srcId="{53EE69F9-F038-4144-A37C-84F1AF282AD1}" destId="{33004647-06B9-4D8B-9BAC-FFAB77B9373A}" srcOrd="4" destOrd="0" presId="urn:microsoft.com/office/officeart/2008/layout/NameandTitleOrganizationalChart"/>
    <dgm:cxn modelId="{5355C83D-15B4-4F6C-8C09-24772D2C984D}" type="presParOf" srcId="{53EE69F9-F038-4144-A37C-84F1AF282AD1}" destId="{656A2F4F-728C-4ADC-944A-30D41C972388}" srcOrd="5" destOrd="0" presId="urn:microsoft.com/office/officeart/2008/layout/NameandTitleOrganizationalChart"/>
    <dgm:cxn modelId="{74DE0930-C449-4EFF-BCAD-6EF52B6AADA5}" type="presParOf" srcId="{656A2F4F-728C-4ADC-944A-30D41C972388}" destId="{8A59A0C3-48E3-4CC3-BFED-39F711D0C8FD}" srcOrd="0" destOrd="0" presId="urn:microsoft.com/office/officeart/2008/layout/NameandTitleOrganizationalChart"/>
    <dgm:cxn modelId="{0F238F5A-BFB9-4E66-B467-90138A646636}" type="presParOf" srcId="{8A59A0C3-48E3-4CC3-BFED-39F711D0C8FD}" destId="{062D56C0-AF49-4D00-B296-79BD57FBB6D7}" srcOrd="0" destOrd="0" presId="urn:microsoft.com/office/officeart/2008/layout/NameandTitleOrganizationalChart"/>
    <dgm:cxn modelId="{E4E1A449-F7A6-477B-B657-592E1CA376A7}" type="presParOf" srcId="{8A59A0C3-48E3-4CC3-BFED-39F711D0C8FD}" destId="{3B778528-B224-4C59-82DD-200B99C41747}" srcOrd="1" destOrd="0" presId="urn:microsoft.com/office/officeart/2008/layout/NameandTitleOrganizationalChart"/>
    <dgm:cxn modelId="{D6C23EEE-9668-4B2D-AFD7-D5E676D0B01C}" type="presParOf" srcId="{8A59A0C3-48E3-4CC3-BFED-39F711D0C8FD}" destId="{D205EEFD-F07D-48B5-8052-E0909D459A16}" srcOrd="2" destOrd="0" presId="urn:microsoft.com/office/officeart/2008/layout/NameandTitleOrganizationalChart"/>
    <dgm:cxn modelId="{5F5C0BAC-1067-44E8-9C19-9FCD56F76120}" type="presParOf" srcId="{656A2F4F-728C-4ADC-944A-30D41C972388}" destId="{7BA9586C-55A7-4111-8832-1275082E1B5F}" srcOrd="1" destOrd="0" presId="urn:microsoft.com/office/officeart/2008/layout/NameandTitleOrganizationalChart"/>
    <dgm:cxn modelId="{6E13DEA8-ADEB-41C4-9724-36ED1C6DE670}" type="presParOf" srcId="{656A2F4F-728C-4ADC-944A-30D41C972388}" destId="{DE8DB5D1-144A-49F6-A3B6-CF0C42D12E82}" srcOrd="2" destOrd="0" presId="urn:microsoft.com/office/officeart/2008/layout/NameandTitleOrganizationalChart"/>
    <dgm:cxn modelId="{B58BA923-B9A6-4A3C-80F2-BCFD19B3A85D}" type="presParOf" srcId="{6321B173-8CB9-418C-9A41-4D7A9C68B6E3}" destId="{9752D331-25E8-4354-8D39-5B81A2534BD4}" srcOrd="2" destOrd="0" presId="urn:microsoft.com/office/officeart/2008/layout/NameandTitleOrganizationalChart"/>
    <dgm:cxn modelId="{AE15E8F3-359E-4EEA-A213-9CF39C9F579F}" type="presParOf" srcId="{A0D1916F-1B7B-409D-983E-1B9A07B91B53}" destId="{37573656-3A89-4041-9030-153031DA62B3}" srcOrd="6" destOrd="0" presId="urn:microsoft.com/office/officeart/2008/layout/NameandTitleOrganizationalChart"/>
    <dgm:cxn modelId="{820EF94C-8A92-41EA-BDC9-1B522090DA75}" type="presParOf" srcId="{A0D1916F-1B7B-409D-983E-1B9A07B91B53}" destId="{56096913-C562-4656-A3E7-7F4535A4E921}" srcOrd="7" destOrd="0" presId="urn:microsoft.com/office/officeart/2008/layout/NameandTitleOrganizationalChart"/>
    <dgm:cxn modelId="{C1C19267-5578-474D-9370-E5DD6D1D4E44}" type="presParOf" srcId="{56096913-C562-4656-A3E7-7F4535A4E921}" destId="{6313A9C2-5D28-4539-AB92-C6D5029D60E1}" srcOrd="0" destOrd="0" presId="urn:microsoft.com/office/officeart/2008/layout/NameandTitleOrganizationalChart"/>
    <dgm:cxn modelId="{D82D1E67-90D0-4E93-A83E-BC2202A702B9}" type="presParOf" srcId="{6313A9C2-5D28-4539-AB92-C6D5029D60E1}" destId="{F7B0F3BD-32CA-4B11-9EAB-31CE2D8B598C}" srcOrd="0" destOrd="0" presId="urn:microsoft.com/office/officeart/2008/layout/NameandTitleOrganizationalChart"/>
    <dgm:cxn modelId="{E5C75C91-5A8B-404A-B7A5-510797BA498A}" type="presParOf" srcId="{6313A9C2-5D28-4539-AB92-C6D5029D60E1}" destId="{EB4CD816-FFA4-4C40-AF42-D36ABF49AB8F}" srcOrd="1" destOrd="0" presId="urn:microsoft.com/office/officeart/2008/layout/NameandTitleOrganizationalChart"/>
    <dgm:cxn modelId="{E2E615DD-521B-4610-925E-C239C7A36CEF}" type="presParOf" srcId="{6313A9C2-5D28-4539-AB92-C6D5029D60E1}" destId="{8BF5DDDD-D999-43DB-8477-0DABAAE714DC}" srcOrd="2" destOrd="0" presId="urn:microsoft.com/office/officeart/2008/layout/NameandTitleOrganizationalChart"/>
    <dgm:cxn modelId="{506DD47B-BE78-4040-AC36-7761B0D376EF}" type="presParOf" srcId="{56096913-C562-4656-A3E7-7F4535A4E921}" destId="{D05FB72F-524C-41DD-A19F-F5B407374848}" srcOrd="1" destOrd="0" presId="urn:microsoft.com/office/officeart/2008/layout/NameandTitleOrganizationalChart"/>
    <dgm:cxn modelId="{11E9F252-BBA6-4D07-BC95-5B974F491E3A}" type="presParOf" srcId="{D05FB72F-524C-41DD-A19F-F5B407374848}" destId="{D8B094A8-1C83-4188-9D40-13CEBB0AD880}" srcOrd="0" destOrd="0" presId="urn:microsoft.com/office/officeart/2008/layout/NameandTitleOrganizationalChart"/>
    <dgm:cxn modelId="{0F38BF9A-C1B5-4C70-9F30-05C209EC8963}" type="presParOf" srcId="{D05FB72F-524C-41DD-A19F-F5B407374848}" destId="{46CC0153-86E2-4C61-B336-EE4CF333740A}" srcOrd="1" destOrd="0" presId="urn:microsoft.com/office/officeart/2008/layout/NameandTitleOrganizationalChart"/>
    <dgm:cxn modelId="{9855A466-8328-4E43-A788-0197C721689E}" type="presParOf" srcId="{46CC0153-86E2-4C61-B336-EE4CF333740A}" destId="{A8A593E4-86E7-497A-96B0-ED573A66576F}" srcOrd="0" destOrd="0" presId="urn:microsoft.com/office/officeart/2008/layout/NameandTitleOrganizationalChart"/>
    <dgm:cxn modelId="{E24DDBB5-8CB3-429A-8D9E-BEE364FBEFB3}" type="presParOf" srcId="{A8A593E4-86E7-497A-96B0-ED573A66576F}" destId="{CBC9610D-87A7-4C52-A2E7-050ED74E6054}" srcOrd="0" destOrd="0" presId="urn:microsoft.com/office/officeart/2008/layout/NameandTitleOrganizationalChart"/>
    <dgm:cxn modelId="{BA10849F-FC14-4E7E-818C-D3C179AF9AB7}" type="presParOf" srcId="{A8A593E4-86E7-497A-96B0-ED573A66576F}" destId="{F2754A59-072E-4AF7-B042-594A287C43FA}" srcOrd="1" destOrd="0" presId="urn:microsoft.com/office/officeart/2008/layout/NameandTitleOrganizationalChart"/>
    <dgm:cxn modelId="{005F01D6-CA11-4968-837B-1119572195CD}" type="presParOf" srcId="{A8A593E4-86E7-497A-96B0-ED573A66576F}" destId="{DD3BDB08-8C9D-4910-B044-6D133C0599EC}" srcOrd="2" destOrd="0" presId="urn:microsoft.com/office/officeart/2008/layout/NameandTitleOrganizationalChart"/>
    <dgm:cxn modelId="{62A6DF75-91BA-46B8-9217-A41BA957ED0E}" type="presParOf" srcId="{46CC0153-86E2-4C61-B336-EE4CF333740A}" destId="{0034B74E-BC1F-4634-BC17-709D5CED8E52}" srcOrd="1" destOrd="0" presId="urn:microsoft.com/office/officeart/2008/layout/NameandTitleOrganizationalChart"/>
    <dgm:cxn modelId="{0664D6F9-3F32-46AE-8CA2-415D2AD501A2}" type="presParOf" srcId="{46CC0153-86E2-4C61-B336-EE4CF333740A}" destId="{6B094524-5BF7-48D8-A36C-CA1AE36FAEFB}" srcOrd="2" destOrd="0" presId="urn:microsoft.com/office/officeart/2008/layout/NameandTitleOrganizationalChart"/>
    <dgm:cxn modelId="{9D5094AB-7614-441E-96BD-D98C62EE64D4}" type="presParOf" srcId="{D05FB72F-524C-41DD-A19F-F5B407374848}" destId="{112F648B-0E9C-497F-A23A-CEF0DEE758BC}" srcOrd="2" destOrd="0" presId="urn:microsoft.com/office/officeart/2008/layout/NameandTitleOrganizationalChart"/>
    <dgm:cxn modelId="{5824ECCB-4EC1-427C-B256-639A0C6AB7EC}" type="presParOf" srcId="{D05FB72F-524C-41DD-A19F-F5B407374848}" destId="{1DBC21A0-5434-471B-B5D1-DC1AAE062916}" srcOrd="3" destOrd="0" presId="urn:microsoft.com/office/officeart/2008/layout/NameandTitleOrganizationalChart"/>
    <dgm:cxn modelId="{3D949BB7-FD90-47F0-9484-BADC369117A2}" type="presParOf" srcId="{1DBC21A0-5434-471B-B5D1-DC1AAE062916}" destId="{C6F11C89-38F2-4770-A75C-6D424BE89386}" srcOrd="0" destOrd="0" presId="urn:microsoft.com/office/officeart/2008/layout/NameandTitleOrganizationalChart"/>
    <dgm:cxn modelId="{7C083414-D3F9-4C90-B57C-60036D37FA8F}" type="presParOf" srcId="{C6F11C89-38F2-4770-A75C-6D424BE89386}" destId="{0BBBC990-B87C-4344-9AD0-D028857C3C8B}" srcOrd="0" destOrd="0" presId="urn:microsoft.com/office/officeart/2008/layout/NameandTitleOrganizationalChart"/>
    <dgm:cxn modelId="{F9B18A85-0ECA-4C38-BBAA-287779955D75}" type="presParOf" srcId="{C6F11C89-38F2-4770-A75C-6D424BE89386}" destId="{01649C41-58CB-4DE7-91A4-641B11AA3063}" srcOrd="1" destOrd="0" presId="urn:microsoft.com/office/officeart/2008/layout/NameandTitleOrganizationalChart"/>
    <dgm:cxn modelId="{0A8DB65E-0848-486A-9932-611055723981}" type="presParOf" srcId="{C6F11C89-38F2-4770-A75C-6D424BE89386}" destId="{B11A9985-C816-43E7-AF9F-0AC8AD695367}" srcOrd="2" destOrd="0" presId="urn:microsoft.com/office/officeart/2008/layout/NameandTitleOrganizationalChart"/>
    <dgm:cxn modelId="{AF609A43-9A28-474D-8D7F-143DE33ED7BC}" type="presParOf" srcId="{1DBC21A0-5434-471B-B5D1-DC1AAE062916}" destId="{86F3430A-8B5C-4089-9AAA-4CCDC3B564B3}" srcOrd="1" destOrd="0" presId="urn:microsoft.com/office/officeart/2008/layout/NameandTitleOrganizationalChart"/>
    <dgm:cxn modelId="{7E551C9D-D783-4E4A-9BE7-ED6398342D7B}" type="presParOf" srcId="{1DBC21A0-5434-471B-B5D1-DC1AAE062916}" destId="{538EF1AA-9007-49FF-865E-0D5895EB43CD}" srcOrd="2" destOrd="0" presId="urn:microsoft.com/office/officeart/2008/layout/NameandTitleOrganizationalChart"/>
    <dgm:cxn modelId="{EC30E450-2574-466E-BF6B-24F21369C558}" type="presParOf" srcId="{D05FB72F-524C-41DD-A19F-F5B407374848}" destId="{CCC0FE5B-C427-49E2-A7C1-BB30F5174CFF}" srcOrd="4" destOrd="0" presId="urn:microsoft.com/office/officeart/2008/layout/NameandTitleOrganizationalChart"/>
    <dgm:cxn modelId="{191170E9-0288-42C1-8E8A-3BD3F6448A15}" type="presParOf" srcId="{D05FB72F-524C-41DD-A19F-F5B407374848}" destId="{DEC34235-DA3E-4A3A-AEBE-984A8FC28C2D}" srcOrd="5" destOrd="0" presId="urn:microsoft.com/office/officeart/2008/layout/NameandTitleOrganizationalChart"/>
    <dgm:cxn modelId="{99C99B00-B01A-4DE4-AE6C-64A4744C4243}" type="presParOf" srcId="{DEC34235-DA3E-4A3A-AEBE-984A8FC28C2D}" destId="{7D9A2FEC-655E-4FEE-BB52-59F623B222F4}" srcOrd="0" destOrd="0" presId="urn:microsoft.com/office/officeart/2008/layout/NameandTitleOrganizationalChart"/>
    <dgm:cxn modelId="{7DF26C67-99D9-4788-8AD2-BE0D7054031B}" type="presParOf" srcId="{7D9A2FEC-655E-4FEE-BB52-59F623B222F4}" destId="{ECA406BB-D54A-499B-8429-6FF19F6B58DD}" srcOrd="0" destOrd="0" presId="urn:microsoft.com/office/officeart/2008/layout/NameandTitleOrganizationalChart"/>
    <dgm:cxn modelId="{C46AC4EF-A07B-4BBF-B0D4-29F990F6A329}" type="presParOf" srcId="{7D9A2FEC-655E-4FEE-BB52-59F623B222F4}" destId="{A01C0378-DED5-4639-96D6-7282F6E1363D}" srcOrd="1" destOrd="0" presId="urn:microsoft.com/office/officeart/2008/layout/NameandTitleOrganizationalChart"/>
    <dgm:cxn modelId="{A3406B01-AB9D-422A-A1C2-1902B23791D8}" type="presParOf" srcId="{7D9A2FEC-655E-4FEE-BB52-59F623B222F4}" destId="{0F4CD82D-6A5F-4BC2-9099-C4AFD0F21B09}" srcOrd="2" destOrd="0" presId="urn:microsoft.com/office/officeart/2008/layout/NameandTitleOrganizationalChart"/>
    <dgm:cxn modelId="{9C1CB86D-9279-4E0D-B966-B5BE26AD60BF}" type="presParOf" srcId="{DEC34235-DA3E-4A3A-AEBE-984A8FC28C2D}" destId="{412EBBD9-FAF9-4742-91BA-EEDC53F839B6}" srcOrd="1" destOrd="0" presId="urn:microsoft.com/office/officeart/2008/layout/NameandTitleOrganizationalChart"/>
    <dgm:cxn modelId="{BECC0915-3363-4B4D-B46D-F5FB6FD5FA24}" type="presParOf" srcId="{DEC34235-DA3E-4A3A-AEBE-984A8FC28C2D}" destId="{A003F89D-E9BA-418B-A51C-007D42A1F771}" srcOrd="2" destOrd="0" presId="urn:microsoft.com/office/officeart/2008/layout/NameandTitleOrganizationalChart"/>
    <dgm:cxn modelId="{EA80643E-736A-4174-9C9D-7964B9A2B8D8}" type="presParOf" srcId="{D05FB72F-524C-41DD-A19F-F5B407374848}" destId="{B7B00A35-D0A2-4029-85F5-B7A2943A3126}" srcOrd="6" destOrd="0" presId="urn:microsoft.com/office/officeart/2008/layout/NameandTitleOrganizationalChart"/>
    <dgm:cxn modelId="{F75D8EB9-08F2-4DE3-B2C6-EC8616D9B2F4}" type="presParOf" srcId="{D05FB72F-524C-41DD-A19F-F5B407374848}" destId="{7FC9D467-2C01-4B18-AC0B-A0FB4C49F85D}" srcOrd="7" destOrd="0" presId="urn:microsoft.com/office/officeart/2008/layout/NameandTitleOrganizationalChart"/>
    <dgm:cxn modelId="{515C4768-0093-4AC7-A84C-3AFF5F520E6E}" type="presParOf" srcId="{7FC9D467-2C01-4B18-AC0B-A0FB4C49F85D}" destId="{6AC4B084-4B13-446B-8768-6F194652E1C4}" srcOrd="0" destOrd="0" presId="urn:microsoft.com/office/officeart/2008/layout/NameandTitleOrganizationalChart"/>
    <dgm:cxn modelId="{5158EED0-1DC7-4C74-9B15-74D9F846578B}" type="presParOf" srcId="{6AC4B084-4B13-446B-8768-6F194652E1C4}" destId="{BEFF49C7-44D4-49CB-8851-B1261F459FAD}" srcOrd="0" destOrd="0" presId="urn:microsoft.com/office/officeart/2008/layout/NameandTitleOrganizationalChart"/>
    <dgm:cxn modelId="{6EDDA775-66A8-47EB-913A-ECC8C3CACE7A}" type="presParOf" srcId="{6AC4B084-4B13-446B-8768-6F194652E1C4}" destId="{166ADC3C-A392-4CEE-8926-290E8770A70D}" srcOrd="1" destOrd="0" presId="urn:microsoft.com/office/officeart/2008/layout/NameandTitleOrganizationalChart"/>
    <dgm:cxn modelId="{C9E42008-4967-4323-BBF9-D1FC98FC023F}" type="presParOf" srcId="{6AC4B084-4B13-446B-8768-6F194652E1C4}" destId="{9BFFEBA4-CEB8-43C2-A2B1-9309938D1C88}" srcOrd="2" destOrd="0" presId="urn:microsoft.com/office/officeart/2008/layout/NameandTitleOrganizationalChart"/>
    <dgm:cxn modelId="{03691895-A52A-477B-855E-D5039EB2AF3D}" type="presParOf" srcId="{7FC9D467-2C01-4B18-AC0B-A0FB4C49F85D}" destId="{11D46571-0F34-4AE4-86E6-1B34E74F4748}" srcOrd="1" destOrd="0" presId="urn:microsoft.com/office/officeart/2008/layout/NameandTitleOrganizationalChart"/>
    <dgm:cxn modelId="{440A5768-604B-4CCA-8E64-6DFEE38B96D3}" type="presParOf" srcId="{7FC9D467-2C01-4B18-AC0B-A0FB4C49F85D}" destId="{E6701871-18C7-42A0-A9FD-CAFB4143845E}" srcOrd="2" destOrd="0" presId="urn:microsoft.com/office/officeart/2008/layout/NameandTitleOrganizationalChart"/>
    <dgm:cxn modelId="{2528A397-D401-49D3-B296-65675D5F56E7}" type="presParOf" srcId="{D05FB72F-524C-41DD-A19F-F5B407374848}" destId="{83975007-68F8-4397-8BA6-0A3409B1D9E8}" srcOrd="8" destOrd="0" presId="urn:microsoft.com/office/officeart/2008/layout/NameandTitleOrganizationalChart"/>
    <dgm:cxn modelId="{BF11BDDE-5BC6-4503-B489-FE0D67E004FE}" type="presParOf" srcId="{D05FB72F-524C-41DD-A19F-F5B407374848}" destId="{DE08F038-289C-4173-98A5-3C3EF92053B2}" srcOrd="9" destOrd="0" presId="urn:microsoft.com/office/officeart/2008/layout/NameandTitleOrganizationalChart"/>
    <dgm:cxn modelId="{2477BEE6-A2ED-4A8D-BB27-DF8281800D37}" type="presParOf" srcId="{DE08F038-289C-4173-98A5-3C3EF92053B2}" destId="{BAE866AA-8839-4D10-9A00-BB06923B6C88}" srcOrd="0" destOrd="0" presId="urn:microsoft.com/office/officeart/2008/layout/NameandTitleOrganizationalChart"/>
    <dgm:cxn modelId="{043B8248-6BB0-4A7D-9E1C-FA331895D5A1}" type="presParOf" srcId="{BAE866AA-8839-4D10-9A00-BB06923B6C88}" destId="{821EEAD3-6C91-4715-9262-27EB605C8BD7}" srcOrd="0" destOrd="0" presId="urn:microsoft.com/office/officeart/2008/layout/NameandTitleOrganizationalChart"/>
    <dgm:cxn modelId="{02314E2F-13AA-453A-9AD0-B79FB544C028}" type="presParOf" srcId="{BAE866AA-8839-4D10-9A00-BB06923B6C88}" destId="{056E2E13-1DF7-461B-8DE2-37C424A08CF4}" srcOrd="1" destOrd="0" presId="urn:microsoft.com/office/officeart/2008/layout/NameandTitleOrganizationalChart"/>
    <dgm:cxn modelId="{939CF05B-54F6-4797-B0FB-76FE1014C613}" type="presParOf" srcId="{BAE866AA-8839-4D10-9A00-BB06923B6C88}" destId="{5AAE6B33-6002-4673-A942-E4D40CCE8065}" srcOrd="2" destOrd="0" presId="urn:microsoft.com/office/officeart/2008/layout/NameandTitleOrganizationalChart"/>
    <dgm:cxn modelId="{3053B5E8-A71F-4E35-8826-5FCB073E110B}" type="presParOf" srcId="{DE08F038-289C-4173-98A5-3C3EF92053B2}" destId="{CDD7451F-310A-4A1A-A1B8-20018B470F67}" srcOrd="1" destOrd="0" presId="urn:microsoft.com/office/officeart/2008/layout/NameandTitleOrganizationalChart"/>
    <dgm:cxn modelId="{1553BC9B-9952-48B8-929A-FCC2FFA57609}" type="presParOf" srcId="{DE08F038-289C-4173-98A5-3C3EF92053B2}" destId="{A0469DCE-2505-4F52-93B1-C92BB44E6B4B}" srcOrd="2" destOrd="0" presId="urn:microsoft.com/office/officeart/2008/layout/NameandTitleOrganizationalChart"/>
    <dgm:cxn modelId="{695C7EB1-9E88-4B3B-B5D0-6143A29252E4}" type="presParOf" srcId="{56096913-C562-4656-A3E7-7F4535A4E921}" destId="{61712CE5-1E39-4CDD-B4C3-AC0445D7EB61}" srcOrd="2" destOrd="0" presId="urn:microsoft.com/office/officeart/2008/layout/NameandTitleOrganizationalChart"/>
    <dgm:cxn modelId="{BA6A9066-0B6C-47A8-9D0A-A7C31F70E58E}" type="presParOf" srcId="{A0D1916F-1B7B-409D-983E-1B9A07B91B53}" destId="{7B1D3ADE-8E8D-4780-A1A6-EEE199751FC5}" srcOrd="8" destOrd="0" presId="urn:microsoft.com/office/officeart/2008/layout/NameandTitleOrganizationalChart"/>
    <dgm:cxn modelId="{158AA45D-7EBC-489D-A8D2-2059B79F38BF}" type="presParOf" srcId="{A0D1916F-1B7B-409D-983E-1B9A07B91B53}" destId="{D9B0DD55-6B3E-4836-9AB7-D50C04A1494B}" srcOrd="9" destOrd="0" presId="urn:microsoft.com/office/officeart/2008/layout/NameandTitleOrganizationalChart"/>
    <dgm:cxn modelId="{4E05D69B-5789-45A4-957E-7524FFE5BEE0}" type="presParOf" srcId="{D9B0DD55-6B3E-4836-9AB7-D50C04A1494B}" destId="{D4D096B7-BF8D-474B-B92D-B02EA9867B92}" srcOrd="0" destOrd="0" presId="urn:microsoft.com/office/officeart/2008/layout/NameandTitleOrganizationalChart"/>
    <dgm:cxn modelId="{6E86D1A8-887B-4162-BD48-B6DABCF738D6}" type="presParOf" srcId="{D4D096B7-BF8D-474B-B92D-B02EA9867B92}" destId="{F43715D1-23BD-4C25-BB40-30864659E61B}" srcOrd="0" destOrd="0" presId="urn:microsoft.com/office/officeart/2008/layout/NameandTitleOrganizationalChart"/>
    <dgm:cxn modelId="{CA82F4B3-AD86-4E63-B254-BDF89269132C}" type="presParOf" srcId="{D4D096B7-BF8D-474B-B92D-B02EA9867B92}" destId="{5BBFB067-A8BD-4AFD-9CFD-E91D738D8648}" srcOrd="1" destOrd="0" presId="urn:microsoft.com/office/officeart/2008/layout/NameandTitleOrganizationalChart"/>
    <dgm:cxn modelId="{8D8CB756-BC07-41AD-A8E3-F7B1EC378744}" type="presParOf" srcId="{D4D096B7-BF8D-474B-B92D-B02EA9867B92}" destId="{E1319C4E-14FA-4D9F-BB7A-5B9D3D5614E2}" srcOrd="2" destOrd="0" presId="urn:microsoft.com/office/officeart/2008/layout/NameandTitleOrganizationalChart"/>
    <dgm:cxn modelId="{C396A4C1-71FF-4712-8166-8C3E1F2938AE}" type="presParOf" srcId="{D9B0DD55-6B3E-4836-9AB7-D50C04A1494B}" destId="{7E584723-E7F2-4C78-A596-B871F85683E1}" srcOrd="1" destOrd="0" presId="urn:microsoft.com/office/officeart/2008/layout/NameandTitleOrganizationalChart"/>
    <dgm:cxn modelId="{F25F8F95-A613-4A65-A369-C60BF948CAA2}" type="presParOf" srcId="{7E584723-E7F2-4C78-A596-B871F85683E1}" destId="{732FFB53-5199-4606-8FC5-C29E541B0738}" srcOrd="0" destOrd="0" presId="urn:microsoft.com/office/officeart/2008/layout/NameandTitleOrganizationalChart"/>
    <dgm:cxn modelId="{FE87C5C2-E199-4010-B688-DD207EF8C23C}" type="presParOf" srcId="{7E584723-E7F2-4C78-A596-B871F85683E1}" destId="{BA34B1AF-FE98-4F2F-8231-D0939060A2AE}" srcOrd="1" destOrd="0" presId="urn:microsoft.com/office/officeart/2008/layout/NameandTitleOrganizationalChart"/>
    <dgm:cxn modelId="{801D5D2B-1F53-4B26-9464-DAAC5AAC0A83}" type="presParOf" srcId="{BA34B1AF-FE98-4F2F-8231-D0939060A2AE}" destId="{613667B3-E55F-4016-B969-F572372FFE3B}" srcOrd="0" destOrd="0" presId="urn:microsoft.com/office/officeart/2008/layout/NameandTitleOrganizationalChart"/>
    <dgm:cxn modelId="{5C1919B1-E354-4717-B6BD-142D00F1C56C}" type="presParOf" srcId="{613667B3-E55F-4016-B969-F572372FFE3B}" destId="{C785B19A-7053-4394-A309-3961F1844CB9}" srcOrd="0" destOrd="0" presId="urn:microsoft.com/office/officeart/2008/layout/NameandTitleOrganizationalChart"/>
    <dgm:cxn modelId="{E596984D-B598-4AC0-99D0-39CDC9890427}" type="presParOf" srcId="{613667B3-E55F-4016-B969-F572372FFE3B}" destId="{84C1E710-BFD8-491C-9DB4-669E997DD418}" srcOrd="1" destOrd="0" presId="urn:microsoft.com/office/officeart/2008/layout/NameandTitleOrganizationalChart"/>
    <dgm:cxn modelId="{06399FCD-0885-4EA6-BD89-590280A7F052}" type="presParOf" srcId="{613667B3-E55F-4016-B969-F572372FFE3B}" destId="{1F07B726-F606-4F19-8772-A1258B26482F}" srcOrd="2" destOrd="0" presId="urn:microsoft.com/office/officeart/2008/layout/NameandTitleOrganizationalChart"/>
    <dgm:cxn modelId="{101C876E-2497-4633-A7DC-BBFB65AB10FA}" type="presParOf" srcId="{BA34B1AF-FE98-4F2F-8231-D0939060A2AE}" destId="{C94E0317-FAF9-4A1A-AE50-DB3CF2A7F4CC}" srcOrd="1" destOrd="0" presId="urn:microsoft.com/office/officeart/2008/layout/NameandTitleOrganizationalChart"/>
    <dgm:cxn modelId="{A7DDD3BC-121D-4A3C-9CD0-B22F2276BC44}" type="presParOf" srcId="{C94E0317-FAF9-4A1A-AE50-DB3CF2A7F4CC}" destId="{D81F6ADF-952D-4816-896B-80B4A8711253}" srcOrd="0" destOrd="0" presId="urn:microsoft.com/office/officeart/2008/layout/NameandTitleOrganizationalChart"/>
    <dgm:cxn modelId="{852AB836-9B4D-4C33-AAEC-6762174CE546}" type="presParOf" srcId="{C94E0317-FAF9-4A1A-AE50-DB3CF2A7F4CC}" destId="{9F890056-02E8-40AC-96CA-C191FCC1396D}" srcOrd="1" destOrd="0" presId="urn:microsoft.com/office/officeart/2008/layout/NameandTitleOrganizationalChart"/>
    <dgm:cxn modelId="{E55CFB3E-72BA-48A2-8D58-B6DDB673C109}" type="presParOf" srcId="{9F890056-02E8-40AC-96CA-C191FCC1396D}" destId="{FF1ADA9E-4EFA-4C3C-B29D-F3D89285E16E}" srcOrd="0" destOrd="0" presId="urn:microsoft.com/office/officeart/2008/layout/NameandTitleOrganizationalChart"/>
    <dgm:cxn modelId="{CA3662DC-1A33-42F6-9174-54BEDC451C8A}" type="presParOf" srcId="{FF1ADA9E-4EFA-4C3C-B29D-F3D89285E16E}" destId="{DC075420-7A50-499F-A7DB-9E960CCC9559}" srcOrd="0" destOrd="0" presId="urn:microsoft.com/office/officeart/2008/layout/NameandTitleOrganizationalChart"/>
    <dgm:cxn modelId="{877849EF-EEA1-47AC-837F-833C2A767B51}" type="presParOf" srcId="{FF1ADA9E-4EFA-4C3C-B29D-F3D89285E16E}" destId="{E5988431-1EAC-4569-8541-7AE40278CFAE}" srcOrd="1" destOrd="0" presId="urn:microsoft.com/office/officeart/2008/layout/NameandTitleOrganizationalChart"/>
    <dgm:cxn modelId="{F10CD337-3D01-404A-BF28-5C9F4EA45C2B}" type="presParOf" srcId="{FF1ADA9E-4EFA-4C3C-B29D-F3D89285E16E}" destId="{4698A0D7-F95A-447A-8463-7719DE0ECA65}" srcOrd="2" destOrd="0" presId="urn:microsoft.com/office/officeart/2008/layout/NameandTitleOrganizationalChart"/>
    <dgm:cxn modelId="{CE7D5BD7-AE88-4369-9BC6-3392B31C927E}" type="presParOf" srcId="{9F890056-02E8-40AC-96CA-C191FCC1396D}" destId="{638739E3-8579-40BA-96D5-3CE748C6097A}" srcOrd="1" destOrd="0" presId="urn:microsoft.com/office/officeart/2008/layout/NameandTitleOrganizationalChart"/>
    <dgm:cxn modelId="{85492069-74A8-4487-A9CA-6044A61BBE3A}" type="presParOf" srcId="{9F890056-02E8-40AC-96CA-C191FCC1396D}" destId="{7CDB8DD4-E03A-4A66-BF30-5F13751D4165}" srcOrd="2" destOrd="0" presId="urn:microsoft.com/office/officeart/2008/layout/NameandTitleOrganizationalChart"/>
    <dgm:cxn modelId="{0151C75F-122C-4690-8A01-F60E879C1517}" type="presParOf" srcId="{C94E0317-FAF9-4A1A-AE50-DB3CF2A7F4CC}" destId="{9A507F28-AD1A-47FF-A0C3-5E60DEE5393D}" srcOrd="2" destOrd="0" presId="urn:microsoft.com/office/officeart/2008/layout/NameandTitleOrganizationalChart"/>
    <dgm:cxn modelId="{D186E13C-348F-4224-BAFD-D60D18E8DB8C}" type="presParOf" srcId="{C94E0317-FAF9-4A1A-AE50-DB3CF2A7F4CC}" destId="{171C236C-EF1C-4C32-A016-997EE37C3525}" srcOrd="3" destOrd="0" presId="urn:microsoft.com/office/officeart/2008/layout/NameandTitleOrganizationalChart"/>
    <dgm:cxn modelId="{19BDECBA-E672-41CF-AA26-E1DBC87A922B}" type="presParOf" srcId="{171C236C-EF1C-4C32-A016-997EE37C3525}" destId="{133DDC16-67E9-40B7-8C3B-117D945D6B13}" srcOrd="0" destOrd="0" presId="urn:microsoft.com/office/officeart/2008/layout/NameandTitleOrganizationalChart"/>
    <dgm:cxn modelId="{D9F98128-8854-4B8B-9E38-EB5070138E76}" type="presParOf" srcId="{133DDC16-67E9-40B7-8C3B-117D945D6B13}" destId="{1C8553CC-8D40-46D1-B9ED-5D127018E1FD}" srcOrd="0" destOrd="0" presId="urn:microsoft.com/office/officeart/2008/layout/NameandTitleOrganizationalChart"/>
    <dgm:cxn modelId="{9B6D00BF-9E0A-4E30-A02C-95E1D3C0C404}" type="presParOf" srcId="{133DDC16-67E9-40B7-8C3B-117D945D6B13}" destId="{C6165D47-79B3-44A7-8A32-90FA3D0F9B40}" srcOrd="1" destOrd="0" presId="urn:microsoft.com/office/officeart/2008/layout/NameandTitleOrganizationalChart"/>
    <dgm:cxn modelId="{9B0DC938-D955-47AE-B726-C2C4BB64631E}" type="presParOf" srcId="{133DDC16-67E9-40B7-8C3B-117D945D6B13}" destId="{160D675C-AD1F-4960-AFDF-6F9A95BE52C2}" srcOrd="2" destOrd="0" presId="urn:microsoft.com/office/officeart/2008/layout/NameandTitleOrganizationalChart"/>
    <dgm:cxn modelId="{20C5F6EB-5935-4517-AF3E-DA382D3BE119}" type="presParOf" srcId="{171C236C-EF1C-4C32-A016-997EE37C3525}" destId="{CD71DAEE-568E-4AFC-A08B-66482A97C2DE}" srcOrd="1" destOrd="0" presId="urn:microsoft.com/office/officeart/2008/layout/NameandTitleOrganizationalChart"/>
    <dgm:cxn modelId="{7FE17782-1A8B-4795-8F7C-5E19156A9A6B}" type="presParOf" srcId="{171C236C-EF1C-4C32-A016-997EE37C3525}" destId="{FB5BE3A2-894E-4EAB-BE17-AF02EB13CEEE}" srcOrd="2" destOrd="0" presId="urn:microsoft.com/office/officeart/2008/layout/NameandTitleOrganizationalChart"/>
    <dgm:cxn modelId="{53B7CB9F-17B8-4CF3-A10B-9B58D3A6D76E}" type="presParOf" srcId="{BA34B1AF-FE98-4F2F-8231-D0939060A2AE}" destId="{51C7E4DD-12DD-4C83-9C74-9053EC9945FE}" srcOrd="2" destOrd="0" presId="urn:microsoft.com/office/officeart/2008/layout/NameandTitleOrganizationalChart"/>
    <dgm:cxn modelId="{7D3E3109-2157-4F9E-BA49-9531603FB018}" type="presParOf" srcId="{7E584723-E7F2-4C78-A596-B871F85683E1}" destId="{17B165D4-41D3-4BDE-86BB-14F0253B7B84}" srcOrd="2" destOrd="0" presId="urn:microsoft.com/office/officeart/2008/layout/NameandTitleOrganizationalChart"/>
    <dgm:cxn modelId="{522DB945-E804-45F9-B42B-EF9CC114536C}" type="presParOf" srcId="{7E584723-E7F2-4C78-A596-B871F85683E1}" destId="{43024C21-EDEE-41A6-8887-5B3BDF6240C7}" srcOrd="3" destOrd="0" presId="urn:microsoft.com/office/officeart/2008/layout/NameandTitleOrganizationalChart"/>
    <dgm:cxn modelId="{6497A8B0-8982-4031-A594-609DF79361A1}" type="presParOf" srcId="{43024C21-EDEE-41A6-8887-5B3BDF6240C7}" destId="{86DDA183-C528-4172-8484-7D30C01E0CAA}" srcOrd="0" destOrd="0" presId="urn:microsoft.com/office/officeart/2008/layout/NameandTitleOrganizationalChart"/>
    <dgm:cxn modelId="{5B7B73E2-7A60-4DCB-BC66-A77AA53931D0}" type="presParOf" srcId="{86DDA183-C528-4172-8484-7D30C01E0CAA}" destId="{B4F1B7AE-AC5E-4E4D-8089-2B3143FD5233}" srcOrd="0" destOrd="0" presId="urn:microsoft.com/office/officeart/2008/layout/NameandTitleOrganizationalChart"/>
    <dgm:cxn modelId="{690FDFAD-3750-48B6-964D-33CB2D3421D6}" type="presParOf" srcId="{86DDA183-C528-4172-8484-7D30C01E0CAA}" destId="{10A097EF-C28D-4F15-82AF-4FF8FEBEF5A3}" srcOrd="1" destOrd="0" presId="urn:microsoft.com/office/officeart/2008/layout/NameandTitleOrganizationalChart"/>
    <dgm:cxn modelId="{15CDC9DF-A9A5-4926-AAD4-76775F7D6181}" type="presParOf" srcId="{86DDA183-C528-4172-8484-7D30C01E0CAA}" destId="{794639EF-FE09-4AD5-A344-ACC39D2C9134}" srcOrd="2" destOrd="0" presId="urn:microsoft.com/office/officeart/2008/layout/NameandTitleOrganizationalChart"/>
    <dgm:cxn modelId="{6F097A22-A4B1-414E-9E48-DC827DD8FF30}" type="presParOf" srcId="{43024C21-EDEE-41A6-8887-5B3BDF6240C7}" destId="{FCBE0334-DD6D-4D24-825B-2A378E7BE2D0}" srcOrd="1" destOrd="0" presId="urn:microsoft.com/office/officeart/2008/layout/NameandTitleOrganizationalChart"/>
    <dgm:cxn modelId="{67993D22-FF09-4094-A6E3-17310EEC921A}" type="presParOf" srcId="{FCBE0334-DD6D-4D24-825B-2A378E7BE2D0}" destId="{1C753D0B-660F-4D4A-887C-796982B71747}" srcOrd="0" destOrd="0" presId="urn:microsoft.com/office/officeart/2008/layout/NameandTitleOrganizationalChart"/>
    <dgm:cxn modelId="{36E34FD5-5DCC-459A-BAC3-E82173AC97E8}" type="presParOf" srcId="{FCBE0334-DD6D-4D24-825B-2A378E7BE2D0}" destId="{D244E447-6B12-4047-92D3-EE32DEC48E8F}" srcOrd="1" destOrd="0" presId="urn:microsoft.com/office/officeart/2008/layout/NameandTitleOrganizationalChart"/>
    <dgm:cxn modelId="{0338B8E9-0A69-4DDC-929B-6FF1DD1E4E40}" type="presParOf" srcId="{D244E447-6B12-4047-92D3-EE32DEC48E8F}" destId="{7EDAEA39-7918-4F02-91B0-CA059520EB02}" srcOrd="0" destOrd="0" presId="urn:microsoft.com/office/officeart/2008/layout/NameandTitleOrganizationalChart"/>
    <dgm:cxn modelId="{4EC87200-6244-4FAA-92B0-546A01FA60AB}" type="presParOf" srcId="{7EDAEA39-7918-4F02-91B0-CA059520EB02}" destId="{28981A61-A005-42D6-BCE7-469E5ED83D96}" srcOrd="0" destOrd="0" presId="urn:microsoft.com/office/officeart/2008/layout/NameandTitleOrganizationalChart"/>
    <dgm:cxn modelId="{D7596276-8B9B-4226-88B2-C55E060E65DE}" type="presParOf" srcId="{7EDAEA39-7918-4F02-91B0-CA059520EB02}" destId="{B6A8ABB0-7230-4BD7-A683-2C8850120988}" srcOrd="1" destOrd="0" presId="urn:microsoft.com/office/officeart/2008/layout/NameandTitleOrganizationalChart"/>
    <dgm:cxn modelId="{118CA6E1-BCCA-4332-BFEE-0C1FE83C83E7}" type="presParOf" srcId="{7EDAEA39-7918-4F02-91B0-CA059520EB02}" destId="{DE21A027-4B18-4A39-B3AC-38E1E06097F1}" srcOrd="2" destOrd="0" presId="urn:microsoft.com/office/officeart/2008/layout/NameandTitleOrganizationalChart"/>
    <dgm:cxn modelId="{282A132C-75E4-47B3-9FA2-769CBCC7AD00}" type="presParOf" srcId="{D244E447-6B12-4047-92D3-EE32DEC48E8F}" destId="{7DFFD4D0-19A7-45DD-AD10-201A8F55C269}" srcOrd="1" destOrd="0" presId="urn:microsoft.com/office/officeart/2008/layout/NameandTitleOrganizationalChart"/>
    <dgm:cxn modelId="{3FF5D076-44E6-40A6-9E14-F009C70EE270}" type="presParOf" srcId="{D244E447-6B12-4047-92D3-EE32DEC48E8F}" destId="{24EC70C6-0C74-4809-BBF0-30F57B7FE9E0}" srcOrd="2" destOrd="0" presId="urn:microsoft.com/office/officeart/2008/layout/NameandTitleOrganizationalChart"/>
    <dgm:cxn modelId="{965D0474-23E4-4978-93C4-1ABDC98D74C7}" type="presParOf" srcId="{43024C21-EDEE-41A6-8887-5B3BDF6240C7}" destId="{D2E5AB91-3ED5-4BD3-B742-08FBB9367D47}" srcOrd="2" destOrd="0" presId="urn:microsoft.com/office/officeart/2008/layout/NameandTitleOrganizationalChart"/>
    <dgm:cxn modelId="{34B2C96C-9A4E-41C6-9022-0409C742B732}" type="presParOf" srcId="{D9B0DD55-6B3E-4836-9AB7-D50C04A1494B}" destId="{B7DA4EB4-69F4-4F71-9FE4-B47700054276}" srcOrd="2" destOrd="0" presId="urn:microsoft.com/office/officeart/2008/layout/NameandTitleOrganizationalChart"/>
    <dgm:cxn modelId="{E3AAA57B-E883-4167-961B-D371D51FD9D6}" type="presParOf" srcId="{A0D1916F-1B7B-409D-983E-1B9A07B91B53}" destId="{CF64AF90-2DE0-4951-B2B5-77BBA9CD8437}" srcOrd="10" destOrd="0" presId="urn:microsoft.com/office/officeart/2008/layout/NameandTitleOrganizationalChart"/>
    <dgm:cxn modelId="{4BEE4AC0-ED0C-4A6D-9E36-77DCB58D8BE6}" type="presParOf" srcId="{A0D1916F-1B7B-409D-983E-1B9A07B91B53}" destId="{3537BA56-6130-4CED-9B35-FEC1AA1B8B60}" srcOrd="11" destOrd="0" presId="urn:microsoft.com/office/officeart/2008/layout/NameandTitleOrganizationalChart"/>
    <dgm:cxn modelId="{9DA9E8CC-A1BA-47D4-90CB-E10EA8ADBBFD}" type="presParOf" srcId="{3537BA56-6130-4CED-9B35-FEC1AA1B8B60}" destId="{B2C00720-A732-4E1F-890D-4601414B5B38}" srcOrd="0" destOrd="0" presId="urn:microsoft.com/office/officeart/2008/layout/NameandTitleOrganizationalChart"/>
    <dgm:cxn modelId="{172C278C-A97D-4B00-BBFA-E3AD663F32E9}" type="presParOf" srcId="{B2C00720-A732-4E1F-890D-4601414B5B38}" destId="{E14324DA-293A-4EEC-A864-E09E4E21C34C}" srcOrd="0" destOrd="0" presId="urn:microsoft.com/office/officeart/2008/layout/NameandTitleOrganizationalChart"/>
    <dgm:cxn modelId="{81379C60-BD56-4D6D-95E7-FC276AD207D7}" type="presParOf" srcId="{B2C00720-A732-4E1F-890D-4601414B5B38}" destId="{263B7C46-33B1-40A7-98A8-0DE85C3E1DA1}" srcOrd="1" destOrd="0" presId="urn:microsoft.com/office/officeart/2008/layout/NameandTitleOrganizationalChart"/>
    <dgm:cxn modelId="{E6282A89-99E3-491B-99EA-DCF1454CF37F}" type="presParOf" srcId="{B2C00720-A732-4E1F-890D-4601414B5B38}" destId="{D5572835-2D02-4745-9F2D-69E534D22357}" srcOrd="2" destOrd="0" presId="urn:microsoft.com/office/officeart/2008/layout/NameandTitleOrganizationalChart"/>
    <dgm:cxn modelId="{97CC1F05-F772-46CC-A8F6-63BEC15E6B81}" type="presParOf" srcId="{3537BA56-6130-4CED-9B35-FEC1AA1B8B60}" destId="{6DFDB2C8-70B9-499D-9A9A-AF96C274C3E1}" srcOrd="1" destOrd="0" presId="urn:microsoft.com/office/officeart/2008/layout/NameandTitleOrganizationalChart"/>
    <dgm:cxn modelId="{0C966AB3-3B9C-4FDA-8FD4-A7394DC2BFAF}" type="presParOf" srcId="{6DFDB2C8-70B9-499D-9A9A-AF96C274C3E1}" destId="{632D0C5C-D186-41C4-AF43-8CAEC219229F}" srcOrd="0" destOrd="0" presId="urn:microsoft.com/office/officeart/2008/layout/NameandTitleOrganizationalChart"/>
    <dgm:cxn modelId="{ACB2478E-2040-4441-B32E-31139DE20F07}" type="presParOf" srcId="{6DFDB2C8-70B9-499D-9A9A-AF96C274C3E1}" destId="{5636F527-C2FB-473B-9B13-803CA257D614}" srcOrd="1" destOrd="0" presId="urn:microsoft.com/office/officeart/2008/layout/NameandTitleOrganizationalChart"/>
    <dgm:cxn modelId="{7AB0442C-FDE2-48BE-A78C-2A3AB9CB3E74}" type="presParOf" srcId="{5636F527-C2FB-473B-9B13-803CA257D614}" destId="{04E132E6-65E7-44DE-9780-D65ACACBFDC5}" srcOrd="0" destOrd="0" presId="urn:microsoft.com/office/officeart/2008/layout/NameandTitleOrganizationalChart"/>
    <dgm:cxn modelId="{F560F32E-165E-47EE-AABF-C543EF2FFAF8}" type="presParOf" srcId="{04E132E6-65E7-44DE-9780-D65ACACBFDC5}" destId="{96EBD708-FBA6-451F-9229-FC10E894F31B}" srcOrd="0" destOrd="0" presId="urn:microsoft.com/office/officeart/2008/layout/NameandTitleOrganizationalChart"/>
    <dgm:cxn modelId="{4A88442E-C630-47C8-8A8D-5328411ACC99}" type="presParOf" srcId="{04E132E6-65E7-44DE-9780-D65ACACBFDC5}" destId="{96E0E84E-40BC-4119-B5C4-1FF92EA9EE49}" srcOrd="1" destOrd="0" presId="urn:microsoft.com/office/officeart/2008/layout/NameandTitleOrganizationalChart"/>
    <dgm:cxn modelId="{EB441C6A-50FC-4E50-AD5E-8555B1FD45A3}" type="presParOf" srcId="{04E132E6-65E7-44DE-9780-D65ACACBFDC5}" destId="{12125496-2C6E-4EDA-A2DB-3F8DF7C1C63D}" srcOrd="2" destOrd="0" presId="urn:microsoft.com/office/officeart/2008/layout/NameandTitleOrganizationalChart"/>
    <dgm:cxn modelId="{113D7326-F9AB-4825-A0AC-F1CD9940CD7A}" type="presParOf" srcId="{5636F527-C2FB-473B-9B13-803CA257D614}" destId="{A10191B2-0E4E-4028-8573-30B5924C146E}" srcOrd="1" destOrd="0" presId="urn:microsoft.com/office/officeart/2008/layout/NameandTitleOrganizationalChart"/>
    <dgm:cxn modelId="{5C90A107-F3B5-4FBC-95DA-59644A9DA775}" type="presParOf" srcId="{5636F527-C2FB-473B-9B13-803CA257D614}" destId="{76DDF106-6BDE-4C18-8391-0CA3C12EEF44}" srcOrd="2" destOrd="0" presId="urn:microsoft.com/office/officeart/2008/layout/NameandTitleOrganizationalChart"/>
    <dgm:cxn modelId="{8A48F849-0717-4B3D-8EB2-95EA014C2E46}" type="presParOf" srcId="{6DFDB2C8-70B9-499D-9A9A-AF96C274C3E1}" destId="{F3EA09C3-7D78-4D5A-88C8-59ED19A7ED1D}" srcOrd="2" destOrd="0" presId="urn:microsoft.com/office/officeart/2008/layout/NameandTitleOrganizationalChart"/>
    <dgm:cxn modelId="{5B7BE372-0E05-42FB-B042-E1B21F8DF864}" type="presParOf" srcId="{6DFDB2C8-70B9-499D-9A9A-AF96C274C3E1}" destId="{78DCEE07-8353-4845-998B-AE3C8A6104AD}" srcOrd="3" destOrd="0" presId="urn:microsoft.com/office/officeart/2008/layout/NameandTitleOrganizationalChart"/>
    <dgm:cxn modelId="{E7541A4A-7A70-47D2-AF27-9EC43259DE92}" type="presParOf" srcId="{78DCEE07-8353-4845-998B-AE3C8A6104AD}" destId="{790FA1A5-D7A9-493B-A42B-39602776E53B}" srcOrd="0" destOrd="0" presId="urn:microsoft.com/office/officeart/2008/layout/NameandTitleOrganizationalChart"/>
    <dgm:cxn modelId="{6A07E73A-9B93-4689-B9CC-53AF844C7AC1}" type="presParOf" srcId="{790FA1A5-D7A9-493B-A42B-39602776E53B}" destId="{0392FC5B-AECE-4707-B143-6055A6DFC8B7}" srcOrd="0" destOrd="0" presId="urn:microsoft.com/office/officeart/2008/layout/NameandTitleOrganizationalChart"/>
    <dgm:cxn modelId="{C8A7988D-0BD3-4CA2-9BD6-3808DE0081CB}" type="presParOf" srcId="{790FA1A5-D7A9-493B-A42B-39602776E53B}" destId="{C4049EDF-003B-4A24-A01F-64E989CEB8C7}" srcOrd="1" destOrd="0" presId="urn:microsoft.com/office/officeart/2008/layout/NameandTitleOrganizationalChart"/>
    <dgm:cxn modelId="{E71FE293-E4CF-4172-A8C4-B0193DABD63C}" type="presParOf" srcId="{790FA1A5-D7A9-493B-A42B-39602776E53B}" destId="{8426ED68-BD83-45F5-9D18-45C71D5DC0AB}" srcOrd="2" destOrd="0" presId="urn:microsoft.com/office/officeart/2008/layout/NameandTitleOrganizationalChart"/>
    <dgm:cxn modelId="{5B685089-618D-4D7A-A3C4-E65C7BBBDFDE}" type="presParOf" srcId="{78DCEE07-8353-4845-998B-AE3C8A6104AD}" destId="{BCD07BC5-0777-4930-A6A1-1EB9A3526835}" srcOrd="1" destOrd="0" presId="urn:microsoft.com/office/officeart/2008/layout/NameandTitleOrganizationalChart"/>
    <dgm:cxn modelId="{ADD34894-E4A3-4BAA-9AAF-DCFA86DF00D8}" type="presParOf" srcId="{78DCEE07-8353-4845-998B-AE3C8A6104AD}" destId="{8986B796-3200-4BAB-AE34-6CEAC268749D}" srcOrd="2" destOrd="0" presId="urn:microsoft.com/office/officeart/2008/layout/NameandTitleOrganizationalChart"/>
    <dgm:cxn modelId="{018B4E68-4502-454B-B2B7-33A216F59338}" type="presParOf" srcId="{6DFDB2C8-70B9-499D-9A9A-AF96C274C3E1}" destId="{A07DB790-D0F4-4C52-B44B-564AF63ED266}" srcOrd="4" destOrd="0" presId="urn:microsoft.com/office/officeart/2008/layout/NameandTitleOrganizationalChart"/>
    <dgm:cxn modelId="{DBE13169-0CEE-4460-978E-33E3E51180D9}" type="presParOf" srcId="{6DFDB2C8-70B9-499D-9A9A-AF96C274C3E1}" destId="{98519355-1CC2-4BDC-9A53-54DDF05BF564}" srcOrd="5" destOrd="0" presId="urn:microsoft.com/office/officeart/2008/layout/NameandTitleOrganizationalChart"/>
    <dgm:cxn modelId="{E557AD1C-92DC-4CBD-8776-7915B2F1849C}" type="presParOf" srcId="{98519355-1CC2-4BDC-9A53-54DDF05BF564}" destId="{70B75084-22AC-4A20-80B8-18238EED2A96}" srcOrd="0" destOrd="0" presId="urn:microsoft.com/office/officeart/2008/layout/NameandTitleOrganizationalChart"/>
    <dgm:cxn modelId="{CAD45641-661E-471A-84A4-AC83C0183FC1}" type="presParOf" srcId="{70B75084-22AC-4A20-80B8-18238EED2A96}" destId="{1641609C-1257-4A9F-81B9-62E4D56A8441}" srcOrd="0" destOrd="0" presId="urn:microsoft.com/office/officeart/2008/layout/NameandTitleOrganizationalChart"/>
    <dgm:cxn modelId="{00F7FEEA-95D7-4FD0-871F-AD4994B79C02}" type="presParOf" srcId="{70B75084-22AC-4A20-80B8-18238EED2A96}" destId="{0620FF77-4AAC-4FE4-AA34-46FC9D563410}" srcOrd="1" destOrd="0" presId="urn:microsoft.com/office/officeart/2008/layout/NameandTitleOrganizationalChart"/>
    <dgm:cxn modelId="{7121BACF-A502-4CEB-880F-4EBC41405307}" type="presParOf" srcId="{70B75084-22AC-4A20-80B8-18238EED2A96}" destId="{D6096D3F-6FE9-4846-ADBF-C5CF416CFF72}" srcOrd="2" destOrd="0" presId="urn:microsoft.com/office/officeart/2008/layout/NameandTitleOrganizationalChart"/>
    <dgm:cxn modelId="{946B7BCD-6375-48D9-BCD8-85D6AE0E12E9}" type="presParOf" srcId="{98519355-1CC2-4BDC-9A53-54DDF05BF564}" destId="{751B1421-B76E-4D39-BE26-248438675727}" srcOrd="1" destOrd="0" presId="urn:microsoft.com/office/officeart/2008/layout/NameandTitleOrganizationalChart"/>
    <dgm:cxn modelId="{8F97B7D5-69C3-4165-A552-2A2D493ABC46}" type="presParOf" srcId="{98519355-1CC2-4BDC-9A53-54DDF05BF564}" destId="{DEEA634B-C768-4170-BD03-5BEBD36036AF}" srcOrd="2" destOrd="0" presId="urn:microsoft.com/office/officeart/2008/layout/NameandTitleOrganizationalChart"/>
    <dgm:cxn modelId="{4DC39017-42FC-4E3C-9A03-8355D95B4E5F}" type="presParOf" srcId="{3537BA56-6130-4CED-9B35-FEC1AA1B8B60}" destId="{3B6111F9-C764-4264-A38B-FDCB183BE08B}" srcOrd="2" destOrd="0" presId="urn:microsoft.com/office/officeart/2008/layout/NameandTitleOrganizationalChart"/>
    <dgm:cxn modelId="{35F085A4-F835-4AFC-8218-DB98DB3BD973}" type="presParOf" srcId="{A0D1916F-1B7B-409D-983E-1B9A07B91B53}" destId="{FEC8E9B0-9AF5-44C7-B364-260444D875C2}" srcOrd="12" destOrd="0" presId="urn:microsoft.com/office/officeart/2008/layout/NameandTitleOrganizationalChart"/>
    <dgm:cxn modelId="{E6E741F9-5EDF-4D3F-B3F4-C0487859AE1A}" type="presParOf" srcId="{A0D1916F-1B7B-409D-983E-1B9A07B91B53}" destId="{22E47969-0E3E-452F-A26C-23A44FADDD60}" srcOrd="13" destOrd="0" presId="urn:microsoft.com/office/officeart/2008/layout/NameandTitleOrganizationalChart"/>
    <dgm:cxn modelId="{CEA2DDBA-9257-4A9E-936E-D407E0416E61}" type="presParOf" srcId="{22E47969-0E3E-452F-A26C-23A44FADDD60}" destId="{0DD88D78-4E50-47C3-BBF7-5192B384B46C}" srcOrd="0" destOrd="0" presId="urn:microsoft.com/office/officeart/2008/layout/NameandTitleOrganizationalChart"/>
    <dgm:cxn modelId="{50437795-DBDA-4E4F-8DF2-221030E2906B}" type="presParOf" srcId="{0DD88D78-4E50-47C3-BBF7-5192B384B46C}" destId="{0D524C1F-CC83-4F19-B8A7-2F1C68370777}" srcOrd="0" destOrd="0" presId="urn:microsoft.com/office/officeart/2008/layout/NameandTitleOrganizationalChart"/>
    <dgm:cxn modelId="{F9F757E8-C5AA-4F7F-9932-EB41468534E7}" type="presParOf" srcId="{0DD88D78-4E50-47C3-BBF7-5192B384B46C}" destId="{3E75A000-959B-4D63-BBE2-56CD0934ACC6}" srcOrd="1" destOrd="0" presId="urn:microsoft.com/office/officeart/2008/layout/NameandTitleOrganizationalChart"/>
    <dgm:cxn modelId="{B8785425-BDC4-4F6A-9207-040F442AB033}" type="presParOf" srcId="{0DD88D78-4E50-47C3-BBF7-5192B384B46C}" destId="{250BE79C-D78B-4510-BEEC-D7C8E30807CF}" srcOrd="2" destOrd="0" presId="urn:microsoft.com/office/officeart/2008/layout/NameandTitleOrganizationalChart"/>
    <dgm:cxn modelId="{EC10F6AA-216E-4389-9FFB-CC9D54BD0877}" type="presParOf" srcId="{22E47969-0E3E-452F-A26C-23A44FADDD60}" destId="{21CB6CD4-6BF5-4012-97A8-7653C4C6D771}" srcOrd="1" destOrd="0" presId="urn:microsoft.com/office/officeart/2008/layout/NameandTitleOrganizationalChart"/>
    <dgm:cxn modelId="{9A68E80A-A9B7-4C6F-9A5F-603143EDC55F}" type="presParOf" srcId="{22E47969-0E3E-452F-A26C-23A44FADDD60}" destId="{ED004E17-310D-4E6C-BF01-F67F63C17756}" srcOrd="2" destOrd="0" presId="urn:microsoft.com/office/officeart/2008/layout/NameandTitleOrganizationalChart"/>
    <dgm:cxn modelId="{64992EB7-4E80-45D4-99E9-C7678E10B4E1}" type="presParOf" srcId="{C0E62D6C-75C2-49AE-864F-45780B41C45F}" destId="{EF407209-7CB8-4E3C-9D79-44222BD697F9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8E9B0-9AF5-44C7-B364-260444D875C2}">
      <dsp:nvSpPr>
        <dsp:cNvPr id="0" name=""/>
        <dsp:cNvSpPr/>
      </dsp:nvSpPr>
      <dsp:spPr>
        <a:xfrm>
          <a:off x="4174752" y="2006120"/>
          <a:ext cx="3644359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3644359" y="69205"/>
              </a:lnTo>
              <a:lnTo>
                <a:pt x="3644359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DB790-D0F4-4C52-B44B-564AF63ED266}">
      <dsp:nvSpPr>
        <dsp:cNvPr id="0" name=""/>
        <dsp:cNvSpPr/>
      </dsp:nvSpPr>
      <dsp:spPr>
        <a:xfrm>
          <a:off x="7298489" y="2323124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520622" y="69205"/>
              </a:lnTo>
              <a:lnTo>
                <a:pt x="520622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EA09C3-7D78-4D5A-88C8-59ED19A7ED1D}">
      <dsp:nvSpPr>
        <dsp:cNvPr id="0" name=""/>
        <dsp:cNvSpPr/>
      </dsp:nvSpPr>
      <dsp:spPr>
        <a:xfrm>
          <a:off x="7252769" y="2323124"/>
          <a:ext cx="91440" cy="1160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2D0C5C-D186-41C4-AF43-8CAEC219229F}">
      <dsp:nvSpPr>
        <dsp:cNvPr id="0" name=""/>
        <dsp:cNvSpPr/>
      </dsp:nvSpPr>
      <dsp:spPr>
        <a:xfrm>
          <a:off x="6777867" y="2323124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520622" y="0"/>
              </a:moveTo>
              <a:lnTo>
                <a:pt x="520622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64AF90-2DE0-4951-B2B5-77BBA9CD8437}">
      <dsp:nvSpPr>
        <dsp:cNvPr id="0" name=""/>
        <dsp:cNvSpPr/>
      </dsp:nvSpPr>
      <dsp:spPr>
        <a:xfrm>
          <a:off x="4174752" y="2006120"/>
          <a:ext cx="3123736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3123736" y="69205"/>
              </a:lnTo>
              <a:lnTo>
                <a:pt x="3123736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753D0B-660F-4D4A-887C-796982B71747}">
      <dsp:nvSpPr>
        <dsp:cNvPr id="0" name=""/>
        <dsp:cNvSpPr/>
      </dsp:nvSpPr>
      <dsp:spPr>
        <a:xfrm>
          <a:off x="6211524" y="2640128"/>
          <a:ext cx="91440" cy="1160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B165D4-41D3-4BDE-86BB-14F0253B7B84}">
      <dsp:nvSpPr>
        <dsp:cNvPr id="0" name=""/>
        <dsp:cNvSpPr/>
      </dsp:nvSpPr>
      <dsp:spPr>
        <a:xfrm>
          <a:off x="5866777" y="2323124"/>
          <a:ext cx="390467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390467" y="69205"/>
              </a:lnTo>
              <a:lnTo>
                <a:pt x="390467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07F28-AD1A-47FF-A0C3-5E60DEE5393D}">
      <dsp:nvSpPr>
        <dsp:cNvPr id="0" name=""/>
        <dsp:cNvSpPr/>
      </dsp:nvSpPr>
      <dsp:spPr>
        <a:xfrm>
          <a:off x="5476310" y="2640128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260311" y="69205"/>
              </a:lnTo>
              <a:lnTo>
                <a:pt x="260311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1F6ADF-952D-4816-896B-80B4A8711253}">
      <dsp:nvSpPr>
        <dsp:cNvPr id="0" name=""/>
        <dsp:cNvSpPr/>
      </dsp:nvSpPr>
      <dsp:spPr>
        <a:xfrm>
          <a:off x="5215998" y="2640128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260311" y="0"/>
              </a:moveTo>
              <a:lnTo>
                <a:pt x="260311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FFB53-5199-4606-8FC5-C29E541B0738}">
      <dsp:nvSpPr>
        <dsp:cNvPr id="0" name=""/>
        <dsp:cNvSpPr/>
      </dsp:nvSpPr>
      <dsp:spPr>
        <a:xfrm>
          <a:off x="5476310" y="2323124"/>
          <a:ext cx="390467" cy="116085"/>
        </a:xfrm>
        <a:custGeom>
          <a:avLst/>
          <a:gdLst/>
          <a:ahLst/>
          <a:cxnLst/>
          <a:rect l="0" t="0" r="0" b="0"/>
          <a:pathLst>
            <a:path>
              <a:moveTo>
                <a:pt x="390467" y="0"/>
              </a:moveTo>
              <a:lnTo>
                <a:pt x="390467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D3ADE-8E8D-4780-A1A6-EEE199751FC5}">
      <dsp:nvSpPr>
        <dsp:cNvPr id="0" name=""/>
        <dsp:cNvSpPr/>
      </dsp:nvSpPr>
      <dsp:spPr>
        <a:xfrm>
          <a:off x="4174752" y="2006120"/>
          <a:ext cx="1692024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1692024" y="69205"/>
              </a:lnTo>
              <a:lnTo>
                <a:pt x="1692024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75007-68F8-4397-8BA6-0A3409B1D9E8}">
      <dsp:nvSpPr>
        <dsp:cNvPr id="0" name=""/>
        <dsp:cNvSpPr/>
      </dsp:nvSpPr>
      <dsp:spPr>
        <a:xfrm>
          <a:off x="3914441" y="2323124"/>
          <a:ext cx="1041245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1041245" y="69205"/>
              </a:lnTo>
              <a:lnTo>
                <a:pt x="1041245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00A35-D0A2-4029-85F5-B7A2943A3126}">
      <dsp:nvSpPr>
        <dsp:cNvPr id="0" name=""/>
        <dsp:cNvSpPr/>
      </dsp:nvSpPr>
      <dsp:spPr>
        <a:xfrm>
          <a:off x="3914441" y="2323124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520622" y="69205"/>
              </a:lnTo>
              <a:lnTo>
                <a:pt x="520622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C0FE5B-C427-49E2-A7C1-BB30F5174CFF}">
      <dsp:nvSpPr>
        <dsp:cNvPr id="0" name=""/>
        <dsp:cNvSpPr/>
      </dsp:nvSpPr>
      <dsp:spPr>
        <a:xfrm>
          <a:off x="3868721" y="2323124"/>
          <a:ext cx="91440" cy="1160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F648B-0E9C-497F-A23A-CEF0DEE758BC}">
      <dsp:nvSpPr>
        <dsp:cNvPr id="0" name=""/>
        <dsp:cNvSpPr/>
      </dsp:nvSpPr>
      <dsp:spPr>
        <a:xfrm>
          <a:off x="3393818" y="2323124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520622" y="0"/>
              </a:moveTo>
              <a:lnTo>
                <a:pt x="520622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B094A8-1C83-4188-9D40-13CEBB0AD880}">
      <dsp:nvSpPr>
        <dsp:cNvPr id="0" name=""/>
        <dsp:cNvSpPr/>
      </dsp:nvSpPr>
      <dsp:spPr>
        <a:xfrm>
          <a:off x="2873195" y="2323124"/>
          <a:ext cx="1041245" cy="116085"/>
        </a:xfrm>
        <a:custGeom>
          <a:avLst/>
          <a:gdLst/>
          <a:ahLst/>
          <a:cxnLst/>
          <a:rect l="0" t="0" r="0" b="0"/>
          <a:pathLst>
            <a:path>
              <a:moveTo>
                <a:pt x="1041245" y="0"/>
              </a:moveTo>
              <a:lnTo>
                <a:pt x="1041245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73656-3A89-4041-9030-153031DA62B3}">
      <dsp:nvSpPr>
        <dsp:cNvPr id="0" name=""/>
        <dsp:cNvSpPr/>
      </dsp:nvSpPr>
      <dsp:spPr>
        <a:xfrm>
          <a:off x="3914441" y="2006120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260311" y="0"/>
              </a:moveTo>
              <a:lnTo>
                <a:pt x="260311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04647-06B9-4D8B-9BAC-FFAB77B9373A}">
      <dsp:nvSpPr>
        <dsp:cNvPr id="0" name=""/>
        <dsp:cNvSpPr/>
      </dsp:nvSpPr>
      <dsp:spPr>
        <a:xfrm>
          <a:off x="1831950" y="2323124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520622" y="69205"/>
              </a:lnTo>
              <a:lnTo>
                <a:pt x="520622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601C9-5E6F-47B9-97D5-C1CFA42E8C60}">
      <dsp:nvSpPr>
        <dsp:cNvPr id="0" name=""/>
        <dsp:cNvSpPr/>
      </dsp:nvSpPr>
      <dsp:spPr>
        <a:xfrm>
          <a:off x="1786230" y="2323124"/>
          <a:ext cx="91440" cy="1160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6A3285-31E1-4531-BFE0-EC73476C7061}">
      <dsp:nvSpPr>
        <dsp:cNvPr id="0" name=""/>
        <dsp:cNvSpPr/>
      </dsp:nvSpPr>
      <dsp:spPr>
        <a:xfrm>
          <a:off x="1701794" y="3274136"/>
          <a:ext cx="520622" cy="124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649"/>
              </a:lnTo>
              <a:lnTo>
                <a:pt x="520622" y="77649"/>
              </a:lnTo>
              <a:lnTo>
                <a:pt x="520622" y="12453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9B50D-AECB-4A01-A349-7DDA5256D183}">
      <dsp:nvSpPr>
        <dsp:cNvPr id="0" name=""/>
        <dsp:cNvSpPr/>
      </dsp:nvSpPr>
      <dsp:spPr>
        <a:xfrm>
          <a:off x="1656074" y="3274136"/>
          <a:ext cx="91440" cy="1160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FA4566-2711-4788-8170-FC9F6A503BEE}">
      <dsp:nvSpPr>
        <dsp:cNvPr id="0" name=""/>
        <dsp:cNvSpPr/>
      </dsp:nvSpPr>
      <dsp:spPr>
        <a:xfrm>
          <a:off x="1181171" y="3274136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520622" y="0"/>
              </a:moveTo>
              <a:lnTo>
                <a:pt x="520622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B592F-6A5B-4CBE-A4CC-B3B41C9295ED}">
      <dsp:nvSpPr>
        <dsp:cNvPr id="0" name=""/>
        <dsp:cNvSpPr/>
      </dsp:nvSpPr>
      <dsp:spPr>
        <a:xfrm>
          <a:off x="1656074" y="2957132"/>
          <a:ext cx="91440" cy="1160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6600FC-C95F-49CC-8151-D3BE044847FC}">
      <dsp:nvSpPr>
        <dsp:cNvPr id="0" name=""/>
        <dsp:cNvSpPr/>
      </dsp:nvSpPr>
      <dsp:spPr>
        <a:xfrm>
          <a:off x="1311327" y="2640128"/>
          <a:ext cx="390467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390467" y="69205"/>
              </a:lnTo>
              <a:lnTo>
                <a:pt x="390467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2374ED-AEC9-4FAD-B43C-79DC775207CB}">
      <dsp:nvSpPr>
        <dsp:cNvPr id="0" name=""/>
        <dsp:cNvSpPr/>
      </dsp:nvSpPr>
      <dsp:spPr>
        <a:xfrm>
          <a:off x="920860" y="2957132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260311" y="69205"/>
              </a:lnTo>
              <a:lnTo>
                <a:pt x="260311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44D79C-999C-4195-9C7A-7ABB96237C90}">
      <dsp:nvSpPr>
        <dsp:cNvPr id="0" name=""/>
        <dsp:cNvSpPr/>
      </dsp:nvSpPr>
      <dsp:spPr>
        <a:xfrm>
          <a:off x="660548" y="2957132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260311" y="0"/>
              </a:moveTo>
              <a:lnTo>
                <a:pt x="260311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6BE6A0-E72C-4891-96F1-0E8D5E626D24}">
      <dsp:nvSpPr>
        <dsp:cNvPr id="0" name=""/>
        <dsp:cNvSpPr/>
      </dsp:nvSpPr>
      <dsp:spPr>
        <a:xfrm>
          <a:off x="920860" y="2640128"/>
          <a:ext cx="390467" cy="116085"/>
        </a:xfrm>
        <a:custGeom>
          <a:avLst/>
          <a:gdLst/>
          <a:ahLst/>
          <a:cxnLst/>
          <a:rect l="0" t="0" r="0" b="0"/>
          <a:pathLst>
            <a:path>
              <a:moveTo>
                <a:pt x="390467" y="0"/>
              </a:moveTo>
              <a:lnTo>
                <a:pt x="390467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AF875-82A9-43B6-B0F3-808599EFF08F}">
      <dsp:nvSpPr>
        <dsp:cNvPr id="0" name=""/>
        <dsp:cNvSpPr/>
      </dsp:nvSpPr>
      <dsp:spPr>
        <a:xfrm>
          <a:off x="1311327" y="2323124"/>
          <a:ext cx="520622" cy="116085"/>
        </a:xfrm>
        <a:custGeom>
          <a:avLst/>
          <a:gdLst/>
          <a:ahLst/>
          <a:cxnLst/>
          <a:rect l="0" t="0" r="0" b="0"/>
          <a:pathLst>
            <a:path>
              <a:moveTo>
                <a:pt x="520622" y="0"/>
              </a:moveTo>
              <a:lnTo>
                <a:pt x="520622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6995F7-75E6-4A81-A5F7-88834A5BDA2D}">
      <dsp:nvSpPr>
        <dsp:cNvPr id="0" name=""/>
        <dsp:cNvSpPr/>
      </dsp:nvSpPr>
      <dsp:spPr>
        <a:xfrm>
          <a:off x="1831950" y="2006120"/>
          <a:ext cx="2342802" cy="116085"/>
        </a:xfrm>
        <a:custGeom>
          <a:avLst/>
          <a:gdLst/>
          <a:ahLst/>
          <a:cxnLst/>
          <a:rect l="0" t="0" r="0" b="0"/>
          <a:pathLst>
            <a:path>
              <a:moveTo>
                <a:pt x="2342802" y="0"/>
              </a:moveTo>
              <a:lnTo>
                <a:pt x="2342802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C902F7-F8DA-4163-9052-4F1713142601}">
      <dsp:nvSpPr>
        <dsp:cNvPr id="0" name=""/>
        <dsp:cNvSpPr/>
      </dsp:nvSpPr>
      <dsp:spPr>
        <a:xfrm>
          <a:off x="1051015" y="2006120"/>
          <a:ext cx="3123736" cy="116085"/>
        </a:xfrm>
        <a:custGeom>
          <a:avLst/>
          <a:gdLst/>
          <a:ahLst/>
          <a:cxnLst/>
          <a:rect l="0" t="0" r="0" b="0"/>
          <a:pathLst>
            <a:path>
              <a:moveTo>
                <a:pt x="3123736" y="0"/>
              </a:moveTo>
              <a:lnTo>
                <a:pt x="3123736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4F5C8C-5D8B-46E8-B4A9-E5BE45A04C7A}">
      <dsp:nvSpPr>
        <dsp:cNvPr id="0" name=""/>
        <dsp:cNvSpPr/>
      </dsp:nvSpPr>
      <dsp:spPr>
        <a:xfrm>
          <a:off x="530393" y="2323124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205"/>
              </a:lnTo>
              <a:lnTo>
                <a:pt x="260311" y="69205"/>
              </a:lnTo>
              <a:lnTo>
                <a:pt x="260311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FB0F8E-0D5F-4225-A889-A6F81E69B300}">
      <dsp:nvSpPr>
        <dsp:cNvPr id="0" name=""/>
        <dsp:cNvSpPr/>
      </dsp:nvSpPr>
      <dsp:spPr>
        <a:xfrm>
          <a:off x="270081" y="2323124"/>
          <a:ext cx="260311" cy="116085"/>
        </a:xfrm>
        <a:custGeom>
          <a:avLst/>
          <a:gdLst/>
          <a:ahLst/>
          <a:cxnLst/>
          <a:rect l="0" t="0" r="0" b="0"/>
          <a:pathLst>
            <a:path>
              <a:moveTo>
                <a:pt x="260311" y="0"/>
              </a:moveTo>
              <a:lnTo>
                <a:pt x="260311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967C2-8B8E-4636-A155-E5EDE6B0E374}">
      <dsp:nvSpPr>
        <dsp:cNvPr id="0" name=""/>
        <dsp:cNvSpPr/>
      </dsp:nvSpPr>
      <dsp:spPr>
        <a:xfrm>
          <a:off x="530393" y="2006120"/>
          <a:ext cx="3644359" cy="116085"/>
        </a:xfrm>
        <a:custGeom>
          <a:avLst/>
          <a:gdLst/>
          <a:ahLst/>
          <a:cxnLst/>
          <a:rect l="0" t="0" r="0" b="0"/>
          <a:pathLst>
            <a:path>
              <a:moveTo>
                <a:pt x="3644359" y="0"/>
              </a:moveTo>
              <a:lnTo>
                <a:pt x="3644359" y="69205"/>
              </a:lnTo>
              <a:lnTo>
                <a:pt x="0" y="69205"/>
              </a:lnTo>
              <a:lnTo>
                <a:pt x="0" y="116085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D6FDB-4A11-4B68-84A3-1B0CCB914B05}">
      <dsp:nvSpPr>
        <dsp:cNvPr id="0" name=""/>
        <dsp:cNvSpPr/>
      </dsp:nvSpPr>
      <dsp:spPr>
        <a:xfrm>
          <a:off x="3980725" y="1805202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Spitalinformationssystem</a:t>
          </a:r>
          <a:endParaRPr lang="en-US" sz="500" kern="1200" dirty="0"/>
        </a:p>
      </dsp:txBody>
      <dsp:txXfrm>
        <a:off x="3980725" y="1805202"/>
        <a:ext cx="388055" cy="200917"/>
      </dsp:txXfrm>
    </dsp:sp>
    <dsp:sp modelId="{19F15CB4-0FA4-4D47-A35B-EF42D3648690}">
      <dsp:nvSpPr>
        <dsp:cNvPr id="0" name=""/>
        <dsp:cNvSpPr/>
      </dsp:nvSpPr>
      <dsp:spPr>
        <a:xfrm>
          <a:off x="4058336" y="1961472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8336" y="1961472"/>
        <a:ext cx="349249" cy="66972"/>
      </dsp:txXfrm>
    </dsp:sp>
    <dsp:sp modelId="{A53CAF09-B511-4B61-B4DB-EF0C2575DEA7}">
      <dsp:nvSpPr>
        <dsp:cNvPr id="0" name=""/>
        <dsp:cNvSpPr/>
      </dsp:nvSpPr>
      <dsp:spPr>
        <a:xfrm>
          <a:off x="336365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Managementinformationssystem</a:t>
          </a:r>
          <a:endParaRPr lang="en-US" sz="500" kern="1200" dirty="0"/>
        </a:p>
      </dsp:txBody>
      <dsp:txXfrm>
        <a:off x="336365" y="2122206"/>
        <a:ext cx="388055" cy="200917"/>
      </dsp:txXfrm>
    </dsp:sp>
    <dsp:sp modelId="{CDCE02C8-ED45-43BD-8A1C-3B8A7CF12794}">
      <dsp:nvSpPr>
        <dsp:cNvPr id="0" name=""/>
        <dsp:cNvSpPr/>
      </dsp:nvSpPr>
      <dsp:spPr>
        <a:xfrm>
          <a:off x="413976" y="2278476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3976" y="2278476"/>
        <a:ext cx="349249" cy="66972"/>
      </dsp:txXfrm>
    </dsp:sp>
    <dsp:sp modelId="{F9DCFD31-F955-4049-82F9-D407C119300A}">
      <dsp:nvSpPr>
        <dsp:cNvPr id="0" name=""/>
        <dsp:cNvSpPr/>
      </dsp:nvSpPr>
      <dsp:spPr>
        <a:xfrm>
          <a:off x="76053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Controlling</a:t>
          </a:r>
        </a:p>
      </dsp:txBody>
      <dsp:txXfrm>
        <a:off x="76053" y="2439210"/>
        <a:ext cx="388055" cy="200917"/>
      </dsp:txXfrm>
    </dsp:sp>
    <dsp:sp modelId="{CE46A0A7-6BB3-4741-B797-865C3458C5BC}">
      <dsp:nvSpPr>
        <dsp:cNvPr id="0" name=""/>
        <dsp:cNvSpPr/>
      </dsp:nvSpPr>
      <dsp:spPr>
        <a:xfrm>
          <a:off x="153665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3665" y="2595479"/>
        <a:ext cx="349249" cy="66972"/>
      </dsp:txXfrm>
    </dsp:sp>
    <dsp:sp modelId="{110D7D18-3151-465E-B53D-E4A91D0C1B6D}">
      <dsp:nvSpPr>
        <dsp:cNvPr id="0" name=""/>
        <dsp:cNvSpPr/>
      </dsp:nvSpPr>
      <dsp:spPr>
        <a:xfrm>
          <a:off x="596676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Stabsfunktionen</a:t>
          </a:r>
          <a:endParaRPr lang="en-US" sz="500" kern="1200" dirty="0"/>
        </a:p>
      </dsp:txBody>
      <dsp:txXfrm>
        <a:off x="596676" y="2439210"/>
        <a:ext cx="388055" cy="200917"/>
      </dsp:txXfrm>
    </dsp:sp>
    <dsp:sp modelId="{960AD1BC-725E-469A-B778-30712D1C8FDB}">
      <dsp:nvSpPr>
        <dsp:cNvPr id="0" name=""/>
        <dsp:cNvSpPr/>
      </dsp:nvSpPr>
      <dsp:spPr>
        <a:xfrm>
          <a:off x="674287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4287" y="2595479"/>
        <a:ext cx="349249" cy="66972"/>
      </dsp:txXfrm>
    </dsp:sp>
    <dsp:sp modelId="{78662333-3B16-4916-B7A9-A3623E43E65C}">
      <dsp:nvSpPr>
        <dsp:cNvPr id="0" name=""/>
        <dsp:cNvSpPr/>
      </dsp:nvSpPr>
      <dsp:spPr>
        <a:xfrm>
          <a:off x="856988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Radiologieinformationssystem</a:t>
          </a:r>
          <a:endParaRPr lang="en-US" sz="500" kern="1200" dirty="0"/>
        </a:p>
      </dsp:txBody>
      <dsp:txXfrm>
        <a:off x="856988" y="2122206"/>
        <a:ext cx="388055" cy="200917"/>
      </dsp:txXfrm>
    </dsp:sp>
    <dsp:sp modelId="{A65CAAB2-2012-4592-9360-CBCCC8A4446D}">
      <dsp:nvSpPr>
        <dsp:cNvPr id="0" name=""/>
        <dsp:cNvSpPr/>
      </dsp:nvSpPr>
      <dsp:spPr>
        <a:xfrm>
          <a:off x="934599" y="2278476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34599" y="2278476"/>
        <a:ext cx="349250" cy="66972"/>
      </dsp:txXfrm>
    </dsp:sp>
    <dsp:sp modelId="{083B6AC9-F2C6-4843-AB11-206BDCAB4921}">
      <dsp:nvSpPr>
        <dsp:cNvPr id="0" name=""/>
        <dsp:cNvSpPr/>
      </dsp:nvSpPr>
      <dsp:spPr>
        <a:xfrm>
          <a:off x="1637922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Abrechnungssystem</a:t>
          </a:r>
          <a:endParaRPr lang="en-US" sz="500" kern="1200" dirty="0"/>
        </a:p>
      </dsp:txBody>
      <dsp:txXfrm>
        <a:off x="1637922" y="2122206"/>
        <a:ext cx="388055" cy="200917"/>
      </dsp:txXfrm>
    </dsp:sp>
    <dsp:sp modelId="{1ADEC977-EEC9-4F34-8CEA-F550B3D9B610}">
      <dsp:nvSpPr>
        <dsp:cNvPr id="0" name=""/>
        <dsp:cNvSpPr/>
      </dsp:nvSpPr>
      <dsp:spPr>
        <a:xfrm>
          <a:off x="1715533" y="2278476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15533" y="2278476"/>
        <a:ext cx="349249" cy="66972"/>
      </dsp:txXfrm>
    </dsp:sp>
    <dsp:sp modelId="{1F5126D8-5E53-432F-BE02-6C7649237263}">
      <dsp:nvSpPr>
        <dsp:cNvPr id="0" name=""/>
        <dsp:cNvSpPr/>
      </dsp:nvSpPr>
      <dsp:spPr>
        <a:xfrm>
          <a:off x="1117299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Stationär</a:t>
          </a:r>
          <a:r>
            <a:rPr lang="en-US" sz="500" kern="1200" dirty="0"/>
            <a:t> (DRG)</a:t>
          </a:r>
        </a:p>
      </dsp:txBody>
      <dsp:txXfrm>
        <a:off x="1117299" y="2439210"/>
        <a:ext cx="388055" cy="200917"/>
      </dsp:txXfrm>
    </dsp:sp>
    <dsp:sp modelId="{0DD8D931-D224-498D-830F-0D1F26CA8A83}">
      <dsp:nvSpPr>
        <dsp:cNvPr id="0" name=""/>
        <dsp:cNvSpPr/>
      </dsp:nvSpPr>
      <dsp:spPr>
        <a:xfrm>
          <a:off x="1194910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94910" y="2595479"/>
        <a:ext cx="349249" cy="66972"/>
      </dsp:txXfrm>
    </dsp:sp>
    <dsp:sp modelId="{F45500BE-52F8-4D06-BFEE-C3D5F99480B8}">
      <dsp:nvSpPr>
        <dsp:cNvPr id="0" name=""/>
        <dsp:cNvSpPr/>
      </dsp:nvSpPr>
      <dsp:spPr>
        <a:xfrm>
          <a:off x="726832" y="2756214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Versicherung</a:t>
          </a:r>
          <a:endParaRPr lang="en-US" sz="500" kern="1200" dirty="0"/>
        </a:p>
      </dsp:txBody>
      <dsp:txXfrm>
        <a:off x="726832" y="2756214"/>
        <a:ext cx="388055" cy="200917"/>
      </dsp:txXfrm>
    </dsp:sp>
    <dsp:sp modelId="{3F6EAE4D-4800-4F11-81D2-CC0E6F8E98BF}">
      <dsp:nvSpPr>
        <dsp:cNvPr id="0" name=""/>
        <dsp:cNvSpPr/>
      </dsp:nvSpPr>
      <dsp:spPr>
        <a:xfrm>
          <a:off x="804443" y="2912483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04443" y="2912483"/>
        <a:ext cx="349249" cy="66972"/>
      </dsp:txXfrm>
    </dsp:sp>
    <dsp:sp modelId="{FC868831-7D90-48CA-B022-6961DE64AC7D}">
      <dsp:nvSpPr>
        <dsp:cNvPr id="0" name=""/>
        <dsp:cNvSpPr/>
      </dsp:nvSpPr>
      <dsp:spPr>
        <a:xfrm>
          <a:off x="466521" y="3073218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Daten</a:t>
          </a:r>
          <a:r>
            <a:rPr lang="en-US" sz="500" kern="1200" dirty="0"/>
            <a:t> </a:t>
          </a:r>
          <a:r>
            <a:rPr lang="en-US" sz="500" kern="1200" dirty="0" err="1"/>
            <a:t>Versicherer</a:t>
          </a:r>
          <a:endParaRPr lang="en-US" sz="500" kern="1200" dirty="0"/>
        </a:p>
      </dsp:txBody>
      <dsp:txXfrm>
        <a:off x="466521" y="3073218"/>
        <a:ext cx="388055" cy="200917"/>
      </dsp:txXfrm>
    </dsp:sp>
    <dsp:sp modelId="{191B3D1B-B8D0-49B2-9DB3-E5ECC23A8736}">
      <dsp:nvSpPr>
        <dsp:cNvPr id="0" name=""/>
        <dsp:cNvSpPr/>
      </dsp:nvSpPr>
      <dsp:spPr>
        <a:xfrm>
          <a:off x="544132" y="3229487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132" y="3229487"/>
        <a:ext cx="349250" cy="66972"/>
      </dsp:txXfrm>
    </dsp:sp>
    <dsp:sp modelId="{235B0AF2-9890-4448-AF6C-3C4523FD13A3}">
      <dsp:nvSpPr>
        <dsp:cNvPr id="0" name=""/>
        <dsp:cNvSpPr/>
      </dsp:nvSpPr>
      <dsp:spPr>
        <a:xfrm>
          <a:off x="987143" y="3073218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Diagnosecodes</a:t>
          </a:r>
          <a:endParaRPr lang="en-US" sz="500" kern="1200" dirty="0"/>
        </a:p>
      </dsp:txBody>
      <dsp:txXfrm>
        <a:off x="987143" y="3073218"/>
        <a:ext cx="388055" cy="200917"/>
      </dsp:txXfrm>
    </dsp:sp>
    <dsp:sp modelId="{EF851151-2B00-44EA-B0DE-DD52563D81D6}">
      <dsp:nvSpPr>
        <dsp:cNvPr id="0" name=""/>
        <dsp:cNvSpPr/>
      </dsp:nvSpPr>
      <dsp:spPr>
        <a:xfrm>
          <a:off x="1064754" y="3229487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64754" y="3229487"/>
        <a:ext cx="349249" cy="66972"/>
      </dsp:txXfrm>
    </dsp:sp>
    <dsp:sp modelId="{01809C96-0013-4DF9-9522-8A5E1A4687CE}">
      <dsp:nvSpPr>
        <dsp:cNvPr id="0" name=""/>
        <dsp:cNvSpPr/>
      </dsp:nvSpPr>
      <dsp:spPr>
        <a:xfrm>
          <a:off x="1507766" y="2756214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Privat</a:t>
          </a:r>
          <a:endParaRPr lang="en-US" sz="500" kern="1200" dirty="0"/>
        </a:p>
      </dsp:txBody>
      <dsp:txXfrm>
        <a:off x="1507766" y="2756214"/>
        <a:ext cx="388055" cy="200917"/>
      </dsp:txXfrm>
    </dsp:sp>
    <dsp:sp modelId="{F283BE37-9C27-477C-AEF0-D35CF4E2C8C6}">
      <dsp:nvSpPr>
        <dsp:cNvPr id="0" name=""/>
        <dsp:cNvSpPr/>
      </dsp:nvSpPr>
      <dsp:spPr>
        <a:xfrm>
          <a:off x="1585377" y="2912483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85377" y="2912483"/>
        <a:ext cx="349250" cy="66972"/>
      </dsp:txXfrm>
    </dsp:sp>
    <dsp:sp modelId="{8C7229A4-3FB6-411D-9B68-A85FBCE9392F}">
      <dsp:nvSpPr>
        <dsp:cNvPr id="0" name=""/>
        <dsp:cNvSpPr/>
      </dsp:nvSpPr>
      <dsp:spPr>
        <a:xfrm>
          <a:off x="1507766" y="3073218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Zusätzliche</a:t>
          </a:r>
          <a:r>
            <a:rPr lang="en-US" sz="500" kern="1200" dirty="0"/>
            <a:t> </a:t>
          </a:r>
          <a:r>
            <a:rPr lang="en-US" sz="500" kern="1200" dirty="0" err="1"/>
            <a:t>Leistungen</a:t>
          </a:r>
          <a:endParaRPr lang="en-US" sz="500" kern="1200" dirty="0"/>
        </a:p>
      </dsp:txBody>
      <dsp:txXfrm>
        <a:off x="1507766" y="3073218"/>
        <a:ext cx="388055" cy="200917"/>
      </dsp:txXfrm>
    </dsp:sp>
    <dsp:sp modelId="{C0B8919A-5B4C-4C21-889B-BDB85EAFA950}">
      <dsp:nvSpPr>
        <dsp:cNvPr id="0" name=""/>
        <dsp:cNvSpPr/>
      </dsp:nvSpPr>
      <dsp:spPr>
        <a:xfrm>
          <a:off x="1585377" y="3229487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85377" y="3229487"/>
        <a:ext cx="349250" cy="66972"/>
      </dsp:txXfrm>
    </dsp:sp>
    <dsp:sp modelId="{388713E7-4403-487E-BF9B-A9E3160BE173}">
      <dsp:nvSpPr>
        <dsp:cNvPr id="0" name=""/>
        <dsp:cNvSpPr/>
      </dsp:nvSpPr>
      <dsp:spPr>
        <a:xfrm>
          <a:off x="987143" y="3390222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Hotellerie</a:t>
          </a:r>
          <a:endParaRPr lang="en-US" sz="500" kern="1200" dirty="0"/>
        </a:p>
      </dsp:txBody>
      <dsp:txXfrm>
        <a:off x="987143" y="3390222"/>
        <a:ext cx="388055" cy="200917"/>
      </dsp:txXfrm>
    </dsp:sp>
    <dsp:sp modelId="{70A5D23A-74C9-4735-BA28-37202321DCF7}">
      <dsp:nvSpPr>
        <dsp:cNvPr id="0" name=""/>
        <dsp:cNvSpPr/>
      </dsp:nvSpPr>
      <dsp:spPr>
        <a:xfrm>
          <a:off x="1064754" y="3546491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64754" y="3546491"/>
        <a:ext cx="349249" cy="66972"/>
      </dsp:txXfrm>
    </dsp:sp>
    <dsp:sp modelId="{EF734D6C-3F05-4B69-A4C9-93D0914FFF4A}">
      <dsp:nvSpPr>
        <dsp:cNvPr id="0" name=""/>
        <dsp:cNvSpPr/>
      </dsp:nvSpPr>
      <dsp:spPr>
        <a:xfrm>
          <a:off x="1507766" y="3390222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Restaurant</a:t>
          </a:r>
        </a:p>
      </dsp:txBody>
      <dsp:txXfrm>
        <a:off x="1507766" y="3390222"/>
        <a:ext cx="388055" cy="200917"/>
      </dsp:txXfrm>
    </dsp:sp>
    <dsp:sp modelId="{4D2F7943-C81B-4773-9246-AB69420964F5}">
      <dsp:nvSpPr>
        <dsp:cNvPr id="0" name=""/>
        <dsp:cNvSpPr/>
      </dsp:nvSpPr>
      <dsp:spPr>
        <a:xfrm>
          <a:off x="1585377" y="3546491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585377" y="3546491"/>
        <a:ext cx="349250" cy="66972"/>
      </dsp:txXfrm>
    </dsp:sp>
    <dsp:sp modelId="{5B0B0F34-1149-413A-8794-7854990E2BA2}">
      <dsp:nvSpPr>
        <dsp:cNvPr id="0" name=""/>
        <dsp:cNvSpPr/>
      </dsp:nvSpPr>
      <dsp:spPr>
        <a:xfrm>
          <a:off x="2028389" y="339866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Unterhaltujngserlektroniik</a:t>
          </a:r>
          <a:endParaRPr lang="en-US" sz="500" kern="1200" dirty="0"/>
        </a:p>
      </dsp:txBody>
      <dsp:txXfrm>
        <a:off x="2028389" y="3398666"/>
        <a:ext cx="388055" cy="200917"/>
      </dsp:txXfrm>
    </dsp:sp>
    <dsp:sp modelId="{8B1B9A61-AF3A-47E1-B936-24816ABE470A}">
      <dsp:nvSpPr>
        <dsp:cNvPr id="0" name=""/>
        <dsp:cNvSpPr/>
      </dsp:nvSpPr>
      <dsp:spPr>
        <a:xfrm>
          <a:off x="2106000" y="3546491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6000" y="3546491"/>
        <a:ext cx="349249" cy="66972"/>
      </dsp:txXfrm>
    </dsp:sp>
    <dsp:sp modelId="{B166301C-398C-4926-BE18-E808C3058B1C}">
      <dsp:nvSpPr>
        <dsp:cNvPr id="0" name=""/>
        <dsp:cNvSpPr/>
      </dsp:nvSpPr>
      <dsp:spPr>
        <a:xfrm>
          <a:off x="1637922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Ambulant (</a:t>
          </a:r>
          <a:r>
            <a:rPr lang="en-US" sz="500" kern="1200" dirty="0" err="1"/>
            <a:t>Tarmed</a:t>
          </a:r>
          <a:r>
            <a:rPr lang="en-US" sz="500" kern="1200" dirty="0"/>
            <a:t>)</a:t>
          </a:r>
        </a:p>
      </dsp:txBody>
      <dsp:txXfrm>
        <a:off x="1637922" y="2439210"/>
        <a:ext cx="388055" cy="200917"/>
      </dsp:txXfrm>
    </dsp:sp>
    <dsp:sp modelId="{9BB9564F-1582-4318-9AC9-D6C0B7AE0AAB}">
      <dsp:nvSpPr>
        <dsp:cNvPr id="0" name=""/>
        <dsp:cNvSpPr/>
      </dsp:nvSpPr>
      <dsp:spPr>
        <a:xfrm>
          <a:off x="1715533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15533" y="2595479"/>
        <a:ext cx="349249" cy="66972"/>
      </dsp:txXfrm>
    </dsp:sp>
    <dsp:sp modelId="{062D56C0-AF49-4D00-B296-79BD57FBB6D7}">
      <dsp:nvSpPr>
        <dsp:cNvPr id="0" name=""/>
        <dsp:cNvSpPr/>
      </dsp:nvSpPr>
      <dsp:spPr>
        <a:xfrm>
          <a:off x="2158545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Codierung</a:t>
          </a:r>
          <a:endParaRPr lang="en-US" sz="500" kern="1200" dirty="0"/>
        </a:p>
      </dsp:txBody>
      <dsp:txXfrm>
        <a:off x="2158545" y="2439210"/>
        <a:ext cx="388055" cy="200917"/>
      </dsp:txXfrm>
    </dsp:sp>
    <dsp:sp modelId="{3B778528-B224-4C59-82DD-200B99C41747}">
      <dsp:nvSpPr>
        <dsp:cNvPr id="0" name=""/>
        <dsp:cNvSpPr/>
      </dsp:nvSpPr>
      <dsp:spPr>
        <a:xfrm>
          <a:off x="2236156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36156" y="2595479"/>
        <a:ext cx="349249" cy="66972"/>
      </dsp:txXfrm>
    </dsp:sp>
    <dsp:sp modelId="{F7B0F3BD-32CA-4B11-9EAB-31CE2D8B598C}">
      <dsp:nvSpPr>
        <dsp:cNvPr id="0" name=""/>
        <dsp:cNvSpPr/>
      </dsp:nvSpPr>
      <dsp:spPr>
        <a:xfrm>
          <a:off x="3720413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Labor</a:t>
          </a:r>
        </a:p>
      </dsp:txBody>
      <dsp:txXfrm>
        <a:off x="3720413" y="2122206"/>
        <a:ext cx="388055" cy="200917"/>
      </dsp:txXfrm>
    </dsp:sp>
    <dsp:sp modelId="{EB4CD816-FFA4-4C40-AF42-D36ABF49AB8F}">
      <dsp:nvSpPr>
        <dsp:cNvPr id="0" name=""/>
        <dsp:cNvSpPr/>
      </dsp:nvSpPr>
      <dsp:spPr>
        <a:xfrm>
          <a:off x="3798024" y="2278476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98024" y="2278476"/>
        <a:ext cx="349249" cy="66972"/>
      </dsp:txXfrm>
    </dsp:sp>
    <dsp:sp modelId="{CBC9610D-87A7-4C52-A2E7-050ED74E6054}">
      <dsp:nvSpPr>
        <dsp:cNvPr id="0" name=""/>
        <dsp:cNvSpPr/>
      </dsp:nvSpPr>
      <dsp:spPr>
        <a:xfrm>
          <a:off x="2679168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Immunologie</a:t>
          </a:r>
          <a:endParaRPr lang="en-US" sz="500" kern="1200" dirty="0"/>
        </a:p>
      </dsp:txBody>
      <dsp:txXfrm>
        <a:off x="2679168" y="2439210"/>
        <a:ext cx="388055" cy="200917"/>
      </dsp:txXfrm>
    </dsp:sp>
    <dsp:sp modelId="{F2754A59-072E-4AF7-B042-594A287C43FA}">
      <dsp:nvSpPr>
        <dsp:cNvPr id="0" name=""/>
        <dsp:cNvSpPr/>
      </dsp:nvSpPr>
      <dsp:spPr>
        <a:xfrm>
          <a:off x="2756779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56779" y="2595479"/>
        <a:ext cx="349249" cy="66972"/>
      </dsp:txXfrm>
    </dsp:sp>
    <dsp:sp modelId="{0BBBC990-B87C-4344-9AD0-D028857C3C8B}">
      <dsp:nvSpPr>
        <dsp:cNvPr id="0" name=""/>
        <dsp:cNvSpPr/>
      </dsp:nvSpPr>
      <dsp:spPr>
        <a:xfrm>
          <a:off x="3199790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Chemisches</a:t>
          </a:r>
          <a:r>
            <a:rPr lang="en-US" sz="500" kern="1200" dirty="0"/>
            <a:t> Labor</a:t>
          </a:r>
        </a:p>
      </dsp:txBody>
      <dsp:txXfrm>
        <a:off x="3199790" y="2439210"/>
        <a:ext cx="388055" cy="200917"/>
      </dsp:txXfrm>
    </dsp:sp>
    <dsp:sp modelId="{01649C41-58CB-4DE7-91A4-641B11AA3063}">
      <dsp:nvSpPr>
        <dsp:cNvPr id="0" name=""/>
        <dsp:cNvSpPr/>
      </dsp:nvSpPr>
      <dsp:spPr>
        <a:xfrm>
          <a:off x="3277402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77402" y="2595479"/>
        <a:ext cx="349249" cy="66972"/>
      </dsp:txXfrm>
    </dsp:sp>
    <dsp:sp modelId="{ECA406BB-D54A-499B-8429-6FF19F6B58DD}">
      <dsp:nvSpPr>
        <dsp:cNvPr id="0" name=""/>
        <dsp:cNvSpPr/>
      </dsp:nvSpPr>
      <dsp:spPr>
        <a:xfrm>
          <a:off x="3720413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Chemologie</a:t>
          </a:r>
          <a:endParaRPr lang="en-US" sz="500" kern="1200" dirty="0"/>
        </a:p>
      </dsp:txBody>
      <dsp:txXfrm>
        <a:off x="3720413" y="2439210"/>
        <a:ext cx="388055" cy="200917"/>
      </dsp:txXfrm>
    </dsp:sp>
    <dsp:sp modelId="{A01C0378-DED5-4639-96D6-7282F6E1363D}">
      <dsp:nvSpPr>
        <dsp:cNvPr id="0" name=""/>
        <dsp:cNvSpPr/>
      </dsp:nvSpPr>
      <dsp:spPr>
        <a:xfrm>
          <a:off x="3798024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98024" y="2595479"/>
        <a:ext cx="349249" cy="66972"/>
      </dsp:txXfrm>
    </dsp:sp>
    <dsp:sp modelId="{BEFF49C7-44D4-49CB-8851-B1261F459FAD}">
      <dsp:nvSpPr>
        <dsp:cNvPr id="0" name=""/>
        <dsp:cNvSpPr/>
      </dsp:nvSpPr>
      <dsp:spPr>
        <a:xfrm>
          <a:off x="4241036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Bakteriologie</a:t>
          </a:r>
          <a:endParaRPr lang="en-US" sz="500" kern="1200" dirty="0"/>
        </a:p>
      </dsp:txBody>
      <dsp:txXfrm>
        <a:off x="4241036" y="2439210"/>
        <a:ext cx="388055" cy="200917"/>
      </dsp:txXfrm>
    </dsp:sp>
    <dsp:sp modelId="{166ADC3C-A392-4CEE-8926-290E8770A70D}">
      <dsp:nvSpPr>
        <dsp:cNvPr id="0" name=""/>
        <dsp:cNvSpPr/>
      </dsp:nvSpPr>
      <dsp:spPr>
        <a:xfrm>
          <a:off x="4318647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18647" y="2595479"/>
        <a:ext cx="349249" cy="66972"/>
      </dsp:txXfrm>
    </dsp:sp>
    <dsp:sp modelId="{821EEAD3-6C91-4715-9262-27EB605C8BD7}">
      <dsp:nvSpPr>
        <dsp:cNvPr id="0" name=""/>
        <dsp:cNvSpPr/>
      </dsp:nvSpPr>
      <dsp:spPr>
        <a:xfrm>
          <a:off x="4761659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Toxikologie</a:t>
          </a:r>
          <a:endParaRPr lang="en-US" sz="500" kern="1200" dirty="0"/>
        </a:p>
      </dsp:txBody>
      <dsp:txXfrm>
        <a:off x="4761659" y="2439210"/>
        <a:ext cx="388055" cy="200917"/>
      </dsp:txXfrm>
    </dsp:sp>
    <dsp:sp modelId="{056E2E13-1DF7-461B-8DE2-37C424A08CF4}">
      <dsp:nvSpPr>
        <dsp:cNvPr id="0" name=""/>
        <dsp:cNvSpPr/>
      </dsp:nvSpPr>
      <dsp:spPr>
        <a:xfrm>
          <a:off x="4839270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39270" y="2595479"/>
        <a:ext cx="349249" cy="66972"/>
      </dsp:txXfrm>
    </dsp:sp>
    <dsp:sp modelId="{F43715D1-23BD-4C25-BB40-30864659E61B}">
      <dsp:nvSpPr>
        <dsp:cNvPr id="0" name=""/>
        <dsp:cNvSpPr/>
      </dsp:nvSpPr>
      <dsp:spPr>
        <a:xfrm>
          <a:off x="5672749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Patienteninformationssystem</a:t>
          </a:r>
          <a:endParaRPr lang="en-US" sz="500" kern="1200" dirty="0"/>
        </a:p>
      </dsp:txBody>
      <dsp:txXfrm>
        <a:off x="5672749" y="2122206"/>
        <a:ext cx="388055" cy="200917"/>
      </dsp:txXfrm>
    </dsp:sp>
    <dsp:sp modelId="{5BBFB067-A8BD-4AFD-9CFD-E91D738D8648}">
      <dsp:nvSpPr>
        <dsp:cNvPr id="0" name=""/>
        <dsp:cNvSpPr/>
      </dsp:nvSpPr>
      <dsp:spPr>
        <a:xfrm>
          <a:off x="5750360" y="2278476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50360" y="2278476"/>
        <a:ext cx="349249" cy="66972"/>
      </dsp:txXfrm>
    </dsp:sp>
    <dsp:sp modelId="{C785B19A-7053-4394-A309-3961F1844CB9}">
      <dsp:nvSpPr>
        <dsp:cNvPr id="0" name=""/>
        <dsp:cNvSpPr/>
      </dsp:nvSpPr>
      <dsp:spPr>
        <a:xfrm>
          <a:off x="5282282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ePD</a:t>
          </a:r>
          <a:endParaRPr lang="en-US" sz="500" kern="1200" dirty="0"/>
        </a:p>
      </dsp:txBody>
      <dsp:txXfrm>
        <a:off x="5282282" y="2439210"/>
        <a:ext cx="388055" cy="200917"/>
      </dsp:txXfrm>
    </dsp:sp>
    <dsp:sp modelId="{84C1E710-BFD8-491C-9DB4-669E997DD418}">
      <dsp:nvSpPr>
        <dsp:cNvPr id="0" name=""/>
        <dsp:cNvSpPr/>
      </dsp:nvSpPr>
      <dsp:spPr>
        <a:xfrm>
          <a:off x="5359893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59893" y="2595479"/>
        <a:ext cx="349249" cy="66972"/>
      </dsp:txXfrm>
    </dsp:sp>
    <dsp:sp modelId="{DC075420-7A50-499F-A7DB-9E960CCC9559}">
      <dsp:nvSpPr>
        <dsp:cNvPr id="0" name=""/>
        <dsp:cNvSpPr/>
      </dsp:nvSpPr>
      <dsp:spPr>
        <a:xfrm>
          <a:off x="5021970" y="2756214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Stammdaten</a:t>
          </a:r>
          <a:endParaRPr lang="en-US" sz="500" kern="1200" dirty="0"/>
        </a:p>
      </dsp:txBody>
      <dsp:txXfrm>
        <a:off x="5021970" y="2756214"/>
        <a:ext cx="388055" cy="200917"/>
      </dsp:txXfrm>
    </dsp:sp>
    <dsp:sp modelId="{E5988431-1EAC-4569-8541-7AE40278CFAE}">
      <dsp:nvSpPr>
        <dsp:cNvPr id="0" name=""/>
        <dsp:cNvSpPr/>
      </dsp:nvSpPr>
      <dsp:spPr>
        <a:xfrm>
          <a:off x="5099581" y="2912483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9581" y="2912483"/>
        <a:ext cx="349250" cy="66972"/>
      </dsp:txXfrm>
    </dsp:sp>
    <dsp:sp modelId="{1C8553CC-8D40-46D1-B9ED-5D127018E1FD}">
      <dsp:nvSpPr>
        <dsp:cNvPr id="0" name=""/>
        <dsp:cNvSpPr/>
      </dsp:nvSpPr>
      <dsp:spPr>
        <a:xfrm>
          <a:off x="5542593" y="2756214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Bewegungsdaten</a:t>
          </a:r>
          <a:endParaRPr lang="en-US" sz="500" kern="1200" dirty="0"/>
        </a:p>
      </dsp:txBody>
      <dsp:txXfrm>
        <a:off x="5542593" y="2756214"/>
        <a:ext cx="388055" cy="200917"/>
      </dsp:txXfrm>
    </dsp:sp>
    <dsp:sp modelId="{C6165D47-79B3-44A7-8A32-90FA3D0F9B40}">
      <dsp:nvSpPr>
        <dsp:cNvPr id="0" name=""/>
        <dsp:cNvSpPr/>
      </dsp:nvSpPr>
      <dsp:spPr>
        <a:xfrm>
          <a:off x="5620204" y="2912483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0204" y="2912483"/>
        <a:ext cx="349250" cy="66972"/>
      </dsp:txXfrm>
    </dsp:sp>
    <dsp:sp modelId="{B4F1B7AE-AC5E-4E4D-8089-2B3143FD5233}">
      <dsp:nvSpPr>
        <dsp:cNvPr id="0" name=""/>
        <dsp:cNvSpPr/>
      </dsp:nvSpPr>
      <dsp:spPr>
        <a:xfrm>
          <a:off x="6063216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Krankenakte</a:t>
          </a:r>
          <a:endParaRPr lang="en-US" sz="500" kern="1200" dirty="0"/>
        </a:p>
      </dsp:txBody>
      <dsp:txXfrm>
        <a:off x="6063216" y="2439210"/>
        <a:ext cx="388055" cy="200917"/>
      </dsp:txXfrm>
    </dsp:sp>
    <dsp:sp modelId="{10A097EF-C28D-4F15-82AF-4FF8FEBEF5A3}">
      <dsp:nvSpPr>
        <dsp:cNvPr id="0" name=""/>
        <dsp:cNvSpPr/>
      </dsp:nvSpPr>
      <dsp:spPr>
        <a:xfrm>
          <a:off x="6140827" y="2595479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40827" y="2595479"/>
        <a:ext cx="349250" cy="66972"/>
      </dsp:txXfrm>
    </dsp:sp>
    <dsp:sp modelId="{28981A61-A005-42D6-BCE7-469E5ED83D96}">
      <dsp:nvSpPr>
        <dsp:cNvPr id="0" name=""/>
        <dsp:cNvSpPr/>
      </dsp:nvSpPr>
      <dsp:spPr>
        <a:xfrm>
          <a:off x="6063216" y="2756214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Digitalisierungssystem</a:t>
          </a:r>
          <a:endParaRPr lang="en-US" sz="500" kern="1200" dirty="0"/>
        </a:p>
      </dsp:txBody>
      <dsp:txXfrm>
        <a:off x="6063216" y="2756214"/>
        <a:ext cx="388055" cy="200917"/>
      </dsp:txXfrm>
    </dsp:sp>
    <dsp:sp modelId="{B6A8ABB0-7230-4BD7-A683-2C8850120988}">
      <dsp:nvSpPr>
        <dsp:cNvPr id="0" name=""/>
        <dsp:cNvSpPr/>
      </dsp:nvSpPr>
      <dsp:spPr>
        <a:xfrm>
          <a:off x="6140827" y="2912483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140827" y="2912483"/>
        <a:ext cx="349250" cy="66972"/>
      </dsp:txXfrm>
    </dsp:sp>
    <dsp:sp modelId="{E14324DA-293A-4EEC-A864-E09E4E21C34C}">
      <dsp:nvSpPr>
        <dsp:cNvPr id="0" name=""/>
        <dsp:cNvSpPr/>
      </dsp:nvSpPr>
      <dsp:spPr>
        <a:xfrm>
          <a:off x="7104462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Apothekeninformationssystem</a:t>
          </a:r>
          <a:endParaRPr lang="en-US" sz="500" kern="1200" dirty="0"/>
        </a:p>
      </dsp:txBody>
      <dsp:txXfrm>
        <a:off x="7104462" y="2122206"/>
        <a:ext cx="388055" cy="200917"/>
      </dsp:txXfrm>
    </dsp:sp>
    <dsp:sp modelId="{263B7C46-33B1-40A7-98A8-0DE85C3E1DA1}">
      <dsp:nvSpPr>
        <dsp:cNvPr id="0" name=""/>
        <dsp:cNvSpPr/>
      </dsp:nvSpPr>
      <dsp:spPr>
        <a:xfrm>
          <a:off x="7182073" y="2278476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182073" y="2278476"/>
        <a:ext cx="349249" cy="66972"/>
      </dsp:txXfrm>
    </dsp:sp>
    <dsp:sp modelId="{96EBD708-FBA6-451F-9229-FC10E894F31B}">
      <dsp:nvSpPr>
        <dsp:cNvPr id="0" name=""/>
        <dsp:cNvSpPr/>
      </dsp:nvSpPr>
      <dsp:spPr>
        <a:xfrm>
          <a:off x="6583839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Bestandesliste</a:t>
          </a:r>
          <a:endParaRPr lang="en-US" sz="500" kern="1200" dirty="0"/>
        </a:p>
      </dsp:txBody>
      <dsp:txXfrm>
        <a:off x="6583839" y="2439210"/>
        <a:ext cx="388055" cy="200917"/>
      </dsp:txXfrm>
    </dsp:sp>
    <dsp:sp modelId="{96E0E84E-40BC-4119-B5C4-1FF92EA9EE49}">
      <dsp:nvSpPr>
        <dsp:cNvPr id="0" name=""/>
        <dsp:cNvSpPr/>
      </dsp:nvSpPr>
      <dsp:spPr>
        <a:xfrm>
          <a:off x="6661450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61450" y="2595479"/>
        <a:ext cx="349249" cy="66972"/>
      </dsp:txXfrm>
    </dsp:sp>
    <dsp:sp modelId="{0392FC5B-AECE-4707-B143-6055A6DFC8B7}">
      <dsp:nvSpPr>
        <dsp:cNvPr id="0" name=""/>
        <dsp:cNvSpPr/>
      </dsp:nvSpPr>
      <dsp:spPr>
        <a:xfrm>
          <a:off x="7104462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Bestellungen</a:t>
          </a:r>
          <a:endParaRPr lang="en-US" sz="500" kern="1200" dirty="0"/>
        </a:p>
      </dsp:txBody>
      <dsp:txXfrm>
        <a:off x="7104462" y="2439210"/>
        <a:ext cx="388055" cy="200917"/>
      </dsp:txXfrm>
    </dsp:sp>
    <dsp:sp modelId="{C4049EDF-003B-4A24-A01F-64E989CEB8C7}">
      <dsp:nvSpPr>
        <dsp:cNvPr id="0" name=""/>
        <dsp:cNvSpPr/>
      </dsp:nvSpPr>
      <dsp:spPr>
        <a:xfrm>
          <a:off x="7182073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182073" y="2595479"/>
        <a:ext cx="349249" cy="66972"/>
      </dsp:txXfrm>
    </dsp:sp>
    <dsp:sp modelId="{1641609C-1257-4A9F-81B9-62E4D56A8441}">
      <dsp:nvSpPr>
        <dsp:cNvPr id="0" name=""/>
        <dsp:cNvSpPr/>
      </dsp:nvSpPr>
      <dsp:spPr>
        <a:xfrm>
          <a:off x="7625084" y="2439210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625084" y="2439210"/>
        <a:ext cx="388055" cy="200917"/>
      </dsp:txXfrm>
    </dsp:sp>
    <dsp:sp modelId="{0620FF77-4AAC-4FE4-AA34-46FC9D563410}">
      <dsp:nvSpPr>
        <dsp:cNvPr id="0" name=""/>
        <dsp:cNvSpPr/>
      </dsp:nvSpPr>
      <dsp:spPr>
        <a:xfrm>
          <a:off x="7702696" y="2595479"/>
          <a:ext cx="349249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02696" y="2595479"/>
        <a:ext cx="349249" cy="66972"/>
      </dsp:txXfrm>
    </dsp:sp>
    <dsp:sp modelId="{0D524C1F-CC83-4F19-B8A7-2F1C68370777}">
      <dsp:nvSpPr>
        <dsp:cNvPr id="0" name=""/>
        <dsp:cNvSpPr/>
      </dsp:nvSpPr>
      <dsp:spPr>
        <a:xfrm>
          <a:off x="7625084" y="2122206"/>
          <a:ext cx="388055" cy="2009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28352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625084" y="2122206"/>
        <a:ext cx="388055" cy="200917"/>
      </dsp:txXfrm>
    </dsp:sp>
    <dsp:sp modelId="{3E75A000-959B-4D63-BBE2-56CD0934ACC6}">
      <dsp:nvSpPr>
        <dsp:cNvPr id="0" name=""/>
        <dsp:cNvSpPr/>
      </dsp:nvSpPr>
      <dsp:spPr>
        <a:xfrm>
          <a:off x="7702696" y="2278476"/>
          <a:ext cx="349250" cy="66972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3175" rIns="12700" bIns="3175" numCol="1" spcCol="1270" anchor="ctr" anchorCtr="0">
          <a:noAutofit/>
        </a:bodyPr>
        <a:lstStyle/>
        <a:p>
          <a:pPr marL="0" lvl="0" indent="0" algn="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02696" y="2278476"/>
        <a:ext cx="349250" cy="669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9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74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17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31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67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1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46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97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94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19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9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F829C-52A5-4069-B599-4CC66B98BAEF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6B465-3DAE-40C7-9A65-067CAA2184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96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83944567"/>
              </p:ext>
            </p:extLst>
          </p:nvPr>
        </p:nvGraphicFramePr>
        <p:xfrm>
          <a:off x="2436446" y="28884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452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Pascal Dittli</dc:creator>
  <cp:lastModifiedBy>Pascal Dittli</cp:lastModifiedBy>
  <cp:revision>8</cp:revision>
  <dcterms:created xsi:type="dcterms:W3CDTF">2016-10-05T15:29:53Z</dcterms:created>
  <dcterms:modified xsi:type="dcterms:W3CDTF">2016-10-11T20:43:09Z</dcterms:modified>
</cp:coreProperties>
</file>