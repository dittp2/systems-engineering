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7104063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25" autoAdjust="0"/>
    <p:restoredTop sz="86472" autoAdjust="0"/>
  </p:normalViewPr>
  <p:slideViewPr>
    <p:cSldViewPr snapToGrid="0">
      <p:cViewPr varScale="1">
        <p:scale>
          <a:sx n="68" d="100"/>
          <a:sy n="68" d="100"/>
        </p:scale>
        <p:origin x="992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346C71F2-9B3F-404B-B906-844708BF52E8}" type="datetimeFigureOut">
              <a:rPr lang="de-CH" smtClean="0"/>
              <a:t>15.11.2016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2E7F23E5-6BA3-4611-BD39-46F696A751C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23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F23E5-6BA3-4611-BD39-46F696A751C8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64399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5E5D7-AD93-417D-A165-A015384CC5E9}" type="datetimeFigureOut">
              <a:rPr lang="de-CH" smtClean="0"/>
              <a:t>15.11.2016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1DAFE-DCC9-4F8E-8AFC-E633963FC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29383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5E5D7-AD93-417D-A165-A015384CC5E9}" type="datetimeFigureOut">
              <a:rPr lang="de-CH" smtClean="0"/>
              <a:t>15.11.2016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1DAFE-DCC9-4F8E-8AFC-E633963FC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04510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5E5D7-AD93-417D-A165-A015384CC5E9}" type="datetimeFigureOut">
              <a:rPr lang="de-CH" smtClean="0"/>
              <a:t>15.11.2016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1DAFE-DCC9-4F8E-8AFC-E633963FC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88178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5E5D7-AD93-417D-A165-A015384CC5E9}" type="datetimeFigureOut">
              <a:rPr lang="de-CH" smtClean="0"/>
              <a:t>15.11.2016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1DAFE-DCC9-4F8E-8AFC-E633963FC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8220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5E5D7-AD93-417D-A165-A015384CC5E9}" type="datetimeFigureOut">
              <a:rPr lang="de-CH" smtClean="0"/>
              <a:t>15.11.2016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1DAFE-DCC9-4F8E-8AFC-E633963FC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3763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5E5D7-AD93-417D-A165-A015384CC5E9}" type="datetimeFigureOut">
              <a:rPr lang="de-CH" smtClean="0"/>
              <a:t>15.11.2016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1DAFE-DCC9-4F8E-8AFC-E633963FC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007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5E5D7-AD93-417D-A165-A015384CC5E9}" type="datetimeFigureOut">
              <a:rPr lang="de-CH" smtClean="0"/>
              <a:t>15.11.2016</a:t>
            </a:fld>
            <a:endParaRPr lang="de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1DAFE-DCC9-4F8E-8AFC-E633963FC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34687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5E5D7-AD93-417D-A165-A015384CC5E9}" type="datetimeFigureOut">
              <a:rPr lang="de-CH" smtClean="0"/>
              <a:t>15.11.2016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1DAFE-DCC9-4F8E-8AFC-E633963FC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4499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5E5D7-AD93-417D-A165-A015384CC5E9}" type="datetimeFigureOut">
              <a:rPr lang="de-CH" smtClean="0"/>
              <a:t>15.11.2016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1DAFE-DCC9-4F8E-8AFC-E633963FC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94878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5E5D7-AD93-417D-A165-A015384CC5E9}" type="datetimeFigureOut">
              <a:rPr lang="de-CH" smtClean="0"/>
              <a:t>15.11.2016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1DAFE-DCC9-4F8E-8AFC-E633963FC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6145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5E5D7-AD93-417D-A165-A015384CC5E9}" type="datetimeFigureOut">
              <a:rPr lang="de-CH" smtClean="0"/>
              <a:t>15.11.2016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1DAFE-DCC9-4F8E-8AFC-E633963FC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69136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5E5D7-AD93-417D-A165-A015384CC5E9}" type="datetimeFigureOut">
              <a:rPr lang="de-CH" smtClean="0"/>
              <a:t>15.11.2016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1DAFE-DCC9-4F8E-8AFC-E633963FCB7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714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1958799" y="289413"/>
            <a:ext cx="8355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3200" dirty="0"/>
              <a:t>Vorgehensplan mit Hauptzielen für Kurs BTX8101</a:t>
            </a:r>
          </a:p>
        </p:txBody>
      </p:sp>
      <p:sp>
        <p:nvSpPr>
          <p:cNvPr id="5" name="Pfeil: nach rechts 4"/>
          <p:cNvSpPr/>
          <p:nvPr/>
        </p:nvSpPr>
        <p:spPr>
          <a:xfrm>
            <a:off x="771525" y="3357563"/>
            <a:ext cx="10729913" cy="1285875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</a:rPr>
              <a:t>Systems Engineering verstehen</a:t>
            </a:r>
          </a:p>
        </p:txBody>
      </p:sp>
      <p:sp>
        <p:nvSpPr>
          <p:cNvPr id="6" name="Sprechblase: rechteckig mit abgerundeten Ecken 5"/>
          <p:cNvSpPr/>
          <p:nvPr/>
        </p:nvSpPr>
        <p:spPr>
          <a:xfrm>
            <a:off x="771525" y="1757363"/>
            <a:ext cx="1146793" cy="1061250"/>
          </a:xfrm>
          <a:prstGeom prst="wedgeRoundRectCallout">
            <a:avLst>
              <a:gd name="adj1" fmla="val -19271"/>
              <a:gd name="adj2" fmla="val 12883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Gruppenbildung</a:t>
            </a:r>
          </a:p>
        </p:txBody>
      </p:sp>
      <p:sp>
        <p:nvSpPr>
          <p:cNvPr id="7" name="Sprechblase: rechteckig mit abgerundeten Ecken 6"/>
          <p:cNvSpPr/>
          <p:nvPr/>
        </p:nvSpPr>
        <p:spPr>
          <a:xfrm>
            <a:off x="2045651" y="1757363"/>
            <a:ext cx="1594767" cy="1061250"/>
          </a:xfrm>
          <a:prstGeom prst="wedgeRoundRectCallout">
            <a:avLst>
              <a:gd name="adj1" fmla="val -20462"/>
              <a:gd name="adj2" fmla="val 13327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Informieren (Vorlesungen)</a:t>
            </a:r>
          </a:p>
        </p:txBody>
      </p:sp>
      <p:sp>
        <p:nvSpPr>
          <p:cNvPr id="8" name="Sprechblase: rechteckig mit abgerundeten Ecken 7"/>
          <p:cNvSpPr/>
          <p:nvPr/>
        </p:nvSpPr>
        <p:spPr>
          <a:xfrm>
            <a:off x="3756653" y="1757363"/>
            <a:ext cx="1182992" cy="1061250"/>
          </a:xfrm>
          <a:prstGeom prst="wedgeRoundRectCallout">
            <a:avLst>
              <a:gd name="adj1" fmla="val -20865"/>
              <a:gd name="adj2" fmla="val 12883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Aufgabenteilung</a:t>
            </a:r>
          </a:p>
        </p:txBody>
      </p:sp>
      <p:sp>
        <p:nvSpPr>
          <p:cNvPr id="9" name="Sprechblase: rechteckig mit abgerundeten Ecken 8"/>
          <p:cNvSpPr/>
          <p:nvPr/>
        </p:nvSpPr>
        <p:spPr>
          <a:xfrm>
            <a:off x="6642739" y="1757363"/>
            <a:ext cx="1674092" cy="1061250"/>
          </a:xfrm>
          <a:prstGeom prst="wedgeRoundRectCallout">
            <a:avLst>
              <a:gd name="adj1" fmla="val -19271"/>
              <a:gd name="adj2" fmla="val 13061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Abgabe Zwischenstand</a:t>
            </a:r>
          </a:p>
        </p:txBody>
      </p:sp>
      <p:sp>
        <p:nvSpPr>
          <p:cNvPr id="10" name="Sprechblase: rechteckig mit abgerundeten Ecken 9"/>
          <p:cNvSpPr/>
          <p:nvPr/>
        </p:nvSpPr>
        <p:spPr>
          <a:xfrm>
            <a:off x="8444882" y="1757363"/>
            <a:ext cx="1170458" cy="971550"/>
          </a:xfrm>
          <a:prstGeom prst="wedgeRoundRectCallout">
            <a:avLst>
              <a:gd name="adj1" fmla="val -19271"/>
              <a:gd name="adj2" fmla="val 14926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Abgabe Endstand</a:t>
            </a:r>
          </a:p>
        </p:txBody>
      </p:sp>
      <p:sp>
        <p:nvSpPr>
          <p:cNvPr id="11" name="Sprechblase: rechteckig mit abgerundeten Ecken 10"/>
          <p:cNvSpPr/>
          <p:nvPr/>
        </p:nvSpPr>
        <p:spPr>
          <a:xfrm>
            <a:off x="5066978" y="1757362"/>
            <a:ext cx="1447710" cy="1061251"/>
          </a:xfrm>
          <a:prstGeom prst="wedgeRoundRectCallout">
            <a:avLst>
              <a:gd name="adj1" fmla="val -19922"/>
              <a:gd name="adj2" fmla="val 12972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Zeitgerechte Bearbeitung der Aufgaben</a:t>
            </a:r>
          </a:p>
        </p:txBody>
      </p:sp>
      <p:sp>
        <p:nvSpPr>
          <p:cNvPr id="12" name="Sprechblase: rechteckig mit abgerundeten Ecken 11"/>
          <p:cNvSpPr/>
          <p:nvPr/>
        </p:nvSpPr>
        <p:spPr>
          <a:xfrm>
            <a:off x="9743391" y="1757363"/>
            <a:ext cx="1170458" cy="971550"/>
          </a:xfrm>
          <a:prstGeom prst="wedgeRoundRectCallout">
            <a:avLst>
              <a:gd name="adj1" fmla="val -19271"/>
              <a:gd name="adj2" fmla="val 14926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Modul bestehen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245097" y="6165130"/>
            <a:ext cx="412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Gruppe 6 (</a:t>
            </a:r>
            <a:r>
              <a:rPr lang="de-CH" dirty="0" err="1"/>
              <a:t>Dittli</a:t>
            </a:r>
            <a:r>
              <a:rPr lang="de-CH" dirty="0"/>
              <a:t>, Jolo, Kammermann, Lam)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23579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Breitbild</PresentationFormat>
  <Paragraphs>11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Fabian Kammermann</dc:creator>
  <cp:lastModifiedBy>Fabian Kammermann</cp:lastModifiedBy>
  <cp:revision>15</cp:revision>
  <dcterms:created xsi:type="dcterms:W3CDTF">2016-11-02T16:55:06Z</dcterms:created>
  <dcterms:modified xsi:type="dcterms:W3CDTF">2016-11-15T13:39:24Z</dcterms:modified>
</cp:coreProperties>
</file>