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194E-B9C3-4B02-8348-33F237D7625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A0E6F-ED0D-4807-9989-979A72AE5EE5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05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194E-B9C3-4B02-8348-33F237D7625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A0E6F-ED0D-4807-9989-979A72AE5E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27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194E-B9C3-4B02-8348-33F237D7625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A0E6F-ED0D-4807-9989-979A72AE5EE5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09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194E-B9C3-4B02-8348-33F237D7625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A0E6F-ED0D-4807-9989-979A72AE5E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74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194E-B9C3-4B02-8348-33F237D7625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A0E6F-ED0D-4807-9989-979A72AE5E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99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194E-B9C3-4B02-8348-33F237D7625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A0E6F-ED0D-4807-9989-979A72AE5E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158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194E-B9C3-4B02-8348-33F237D7625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A0E6F-ED0D-4807-9989-979A72AE5E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28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7F5194E-B9C3-4B02-8348-33F237D7625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EA0E6F-ED0D-4807-9989-979A72AE5E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74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194E-B9C3-4B02-8348-33F237D7625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A0E6F-ED0D-4807-9989-979A72AE5E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797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194E-B9C3-4B02-8348-33F237D7625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A0E6F-ED0D-4807-9989-979A72AE5E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49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194E-B9C3-4B02-8348-33F237D7625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A0E6F-ED0D-4807-9989-979A72AE5E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5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7F5194E-B9C3-4B02-8348-33F237D7625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EA0E6F-ED0D-4807-9989-979A72AE5EE5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56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Strategie</a:t>
            </a:r>
            <a:r>
              <a:rPr lang="en-GB" dirty="0"/>
              <a:t> </a:t>
            </a:r>
            <a:r>
              <a:rPr lang="en-GB" dirty="0" err="1"/>
              <a:t>Spitalinformationssystem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1097280" y="2110153"/>
            <a:ext cx="104628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beachten</a:t>
            </a:r>
            <a:r>
              <a:rPr lang="en-GB" dirty="0"/>
              <a:t> gilt: Die </a:t>
            </a:r>
            <a:r>
              <a:rPr lang="en-GB" dirty="0" err="1"/>
              <a:t>erarbeiteten</a:t>
            </a:r>
            <a:r>
              <a:rPr lang="en-GB" dirty="0"/>
              <a:t> </a:t>
            </a:r>
            <a:r>
              <a:rPr lang="en-GB" dirty="0" err="1"/>
              <a:t>Ideen</a:t>
            </a:r>
            <a:r>
              <a:rPr lang="en-GB" dirty="0"/>
              <a:t> in </a:t>
            </a:r>
            <a:r>
              <a:rPr lang="en-GB" dirty="0" err="1"/>
              <a:t>diesem</a:t>
            </a:r>
            <a:r>
              <a:rPr lang="en-GB" dirty="0"/>
              <a:t> </a:t>
            </a:r>
            <a:r>
              <a:rPr lang="en-GB" dirty="0" err="1"/>
              <a:t>Dokument</a:t>
            </a:r>
            <a:r>
              <a:rPr lang="en-GB" dirty="0"/>
              <a:t> </a:t>
            </a:r>
            <a:r>
              <a:rPr lang="en-GB" dirty="0" err="1"/>
              <a:t>richten</a:t>
            </a:r>
            <a:r>
              <a:rPr lang="en-GB" dirty="0"/>
              <a:t> </a:t>
            </a:r>
            <a:r>
              <a:rPr lang="en-GB" dirty="0" err="1"/>
              <a:t>sich</a:t>
            </a:r>
            <a:r>
              <a:rPr lang="en-GB" dirty="0"/>
              <a:t> auf </a:t>
            </a:r>
            <a:r>
              <a:rPr lang="en-GB" dirty="0" err="1"/>
              <a:t>ein</a:t>
            </a:r>
            <a:r>
              <a:rPr lang="en-GB" dirty="0"/>
              <a:t> </a:t>
            </a:r>
            <a:r>
              <a:rPr lang="en-GB" dirty="0" err="1"/>
              <a:t>mögliches</a:t>
            </a:r>
            <a:r>
              <a:rPr lang="en-GB" dirty="0"/>
              <a:t> </a:t>
            </a:r>
            <a:r>
              <a:rPr lang="en-GB" dirty="0" err="1"/>
              <a:t>Szenario</a:t>
            </a:r>
            <a:r>
              <a:rPr lang="en-GB" dirty="0"/>
              <a:t> in 5-10 </a:t>
            </a:r>
            <a:r>
              <a:rPr lang="en-GB" dirty="0" err="1"/>
              <a:t>Jahren</a:t>
            </a:r>
            <a:r>
              <a:rPr lang="en-GB" dirty="0"/>
              <a:t> </a:t>
            </a:r>
            <a:r>
              <a:rPr lang="en-GB" dirty="0" err="1"/>
              <a:t>aus.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Wir</a:t>
            </a:r>
            <a:r>
              <a:rPr lang="en-GB" dirty="0"/>
              <a:t> </a:t>
            </a:r>
            <a:r>
              <a:rPr lang="en-GB" dirty="0" err="1"/>
              <a:t>nehmen</a:t>
            </a:r>
            <a:r>
              <a:rPr lang="en-GB" dirty="0"/>
              <a:t> an, </a:t>
            </a:r>
            <a:r>
              <a:rPr lang="en-GB" dirty="0" err="1"/>
              <a:t>dass</a:t>
            </a:r>
            <a:r>
              <a:rPr lang="en-GB" dirty="0"/>
              <a:t> </a:t>
            </a:r>
            <a:r>
              <a:rPr lang="en-GB" dirty="0" err="1"/>
              <a:t>viele</a:t>
            </a:r>
            <a:r>
              <a:rPr lang="en-GB" dirty="0"/>
              <a:t> </a:t>
            </a:r>
            <a:r>
              <a:rPr lang="en-GB" dirty="0" err="1"/>
              <a:t>Informationen</a:t>
            </a:r>
            <a:r>
              <a:rPr lang="en-GB" dirty="0"/>
              <a:t> in </a:t>
            </a:r>
            <a:r>
              <a:rPr lang="en-GB" dirty="0" err="1"/>
              <a:t>Zukunft</a:t>
            </a:r>
            <a:r>
              <a:rPr lang="en-GB" dirty="0"/>
              <a:t> </a:t>
            </a:r>
            <a:r>
              <a:rPr lang="en-GB" dirty="0" err="1"/>
              <a:t>mündlich</a:t>
            </a:r>
            <a:r>
              <a:rPr lang="en-GB" dirty="0"/>
              <a:t> (Diktat) </a:t>
            </a:r>
            <a:r>
              <a:rPr lang="en-GB" dirty="0" err="1"/>
              <a:t>aufgenommen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, da </a:t>
            </a:r>
            <a:r>
              <a:rPr lang="en-GB" dirty="0" err="1"/>
              <a:t>sich</a:t>
            </a:r>
            <a:r>
              <a:rPr lang="en-GB" dirty="0"/>
              <a:t> der Trend der </a:t>
            </a:r>
            <a:r>
              <a:rPr lang="en-GB" dirty="0" err="1"/>
              <a:t>Sprachsteuerung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hohen</a:t>
            </a:r>
            <a:r>
              <a:rPr lang="en-GB" dirty="0"/>
              <a:t> </a:t>
            </a:r>
            <a:r>
              <a:rPr lang="en-GB" dirty="0" err="1"/>
              <a:t>Wahrscheinlichkeit</a:t>
            </a:r>
            <a:r>
              <a:rPr lang="en-GB" dirty="0"/>
              <a:t> in den </a:t>
            </a:r>
            <a:r>
              <a:rPr lang="en-GB" dirty="0" err="1"/>
              <a:t>nächsten</a:t>
            </a:r>
            <a:r>
              <a:rPr lang="en-GB" dirty="0"/>
              <a:t> </a:t>
            </a:r>
            <a:r>
              <a:rPr lang="en-GB" dirty="0" err="1"/>
              <a:t>Jahren</a:t>
            </a:r>
            <a:r>
              <a:rPr lang="en-GB" dirty="0"/>
              <a:t> </a:t>
            </a:r>
            <a:r>
              <a:rPr lang="en-GB" dirty="0" err="1"/>
              <a:t>verstärken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 err="1"/>
              <a:t>Wir</a:t>
            </a:r>
            <a:r>
              <a:rPr lang="en-GB" dirty="0"/>
              <a:t> </a:t>
            </a:r>
            <a:r>
              <a:rPr lang="en-GB" dirty="0" err="1"/>
              <a:t>gehen</a:t>
            </a:r>
            <a:r>
              <a:rPr lang="en-GB" dirty="0"/>
              <a:t> </a:t>
            </a:r>
            <a:r>
              <a:rPr lang="en-GB" dirty="0" err="1"/>
              <a:t>davon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, </a:t>
            </a:r>
            <a:r>
              <a:rPr lang="en-GB" dirty="0" err="1"/>
              <a:t>dass</a:t>
            </a:r>
            <a:r>
              <a:rPr lang="en-GB" dirty="0"/>
              <a:t> Computer-</a:t>
            </a:r>
            <a:r>
              <a:rPr lang="en-GB" dirty="0" err="1"/>
              <a:t>Arbeitsplätze</a:t>
            </a:r>
            <a:r>
              <a:rPr lang="en-GB" dirty="0"/>
              <a:t> in </a:t>
            </a:r>
            <a:r>
              <a:rPr lang="en-GB" dirty="0" err="1"/>
              <a:t>Zukunft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Umstrukturierung</a:t>
            </a:r>
            <a:r>
              <a:rPr lang="en-GB" dirty="0"/>
              <a:t> </a:t>
            </a:r>
            <a:r>
              <a:rPr lang="en-GB" dirty="0" err="1"/>
              <a:t>erfahren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, </a:t>
            </a:r>
            <a:r>
              <a:rPr lang="en-GB" dirty="0" err="1"/>
              <a:t>weil</a:t>
            </a:r>
            <a:r>
              <a:rPr lang="en-GB" dirty="0"/>
              <a:t> die </a:t>
            </a:r>
            <a:r>
              <a:rPr lang="en-GB" dirty="0" err="1"/>
              <a:t>Netzwerktechnik</a:t>
            </a:r>
            <a:r>
              <a:rPr lang="en-GB" dirty="0"/>
              <a:t> in den </a:t>
            </a:r>
            <a:r>
              <a:rPr lang="en-GB" dirty="0" err="1"/>
              <a:t>letzten</a:t>
            </a:r>
            <a:r>
              <a:rPr lang="en-GB" dirty="0"/>
              <a:t> </a:t>
            </a:r>
            <a:r>
              <a:rPr lang="en-GB" dirty="0" err="1"/>
              <a:t>Jahren</a:t>
            </a:r>
            <a:r>
              <a:rPr lang="en-GB" dirty="0"/>
              <a:t> stark an Performance und </a:t>
            </a:r>
            <a:r>
              <a:rPr lang="en-GB" dirty="0" err="1"/>
              <a:t>Zuverlässigkeit</a:t>
            </a:r>
            <a:r>
              <a:rPr lang="en-GB" dirty="0"/>
              <a:t> </a:t>
            </a:r>
            <a:r>
              <a:rPr lang="en-GB" dirty="0" err="1"/>
              <a:t>zugenommen</a:t>
            </a:r>
            <a:r>
              <a:rPr lang="en-GB" dirty="0"/>
              <a:t> hat. </a:t>
            </a:r>
          </a:p>
        </p:txBody>
      </p:sp>
    </p:spTree>
    <p:extLst>
      <p:ext uri="{BB962C8B-B14F-4D97-AF65-F5344CB8AC3E}">
        <p14:creationId xmlns:p14="http://schemas.microsoft.com/office/powerpoint/2010/main" val="4161335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84638" y="2446747"/>
            <a:ext cx="1696914" cy="18640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Softwareanbietung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01013"/>
          </a:xfrm>
        </p:spPr>
        <p:txBody>
          <a:bodyPr/>
          <a:lstStyle/>
          <a:p>
            <a:r>
              <a:rPr lang="en-GB" dirty="0"/>
              <a:t>Das </a:t>
            </a:r>
            <a:r>
              <a:rPr lang="en-GB" dirty="0" err="1"/>
              <a:t>Spitalinformationssystem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Dachsystem</a:t>
            </a:r>
            <a:r>
              <a:rPr lang="en-GB" dirty="0"/>
              <a:t> </a:t>
            </a:r>
            <a:r>
              <a:rPr lang="en-GB" dirty="0" err="1"/>
              <a:t>für</a:t>
            </a:r>
            <a:r>
              <a:rPr lang="en-GB" dirty="0"/>
              <a:t> </a:t>
            </a:r>
            <a:r>
              <a:rPr lang="en-GB" dirty="0" err="1"/>
              <a:t>Informationsmodule</a:t>
            </a:r>
            <a:r>
              <a:rPr lang="en-GB" dirty="0"/>
              <a:t> </a:t>
            </a:r>
            <a:r>
              <a:rPr lang="en-GB" dirty="0" err="1"/>
              <a:t>verwendet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1969477" y="3368083"/>
            <a:ext cx="9680330" cy="271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Spitalinformationssystem</a:t>
            </a:r>
            <a:endParaRPr lang="en-GB" dirty="0"/>
          </a:p>
        </p:txBody>
      </p:sp>
      <p:sp>
        <p:nvSpPr>
          <p:cNvPr id="5" name="Isosceles Triangle 4"/>
          <p:cNvSpPr/>
          <p:nvPr/>
        </p:nvSpPr>
        <p:spPr>
          <a:xfrm>
            <a:off x="1969477" y="3013562"/>
            <a:ext cx="9680330" cy="290146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985469" y="2555121"/>
            <a:ext cx="5484721" cy="3500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Anspruchsgruppen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1969476" y="3948383"/>
            <a:ext cx="1811241" cy="36583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err="1"/>
              <a:t>Patienteninformationssystem</a:t>
            </a:r>
            <a:endParaRPr lang="en-GB" sz="1000" dirty="0"/>
          </a:p>
        </p:txBody>
      </p:sp>
      <p:sp>
        <p:nvSpPr>
          <p:cNvPr id="8" name="Rectangle 7"/>
          <p:cNvSpPr/>
          <p:nvPr/>
        </p:nvSpPr>
        <p:spPr>
          <a:xfrm>
            <a:off x="3843374" y="3944941"/>
            <a:ext cx="1438571" cy="36583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1531" y="3944942"/>
            <a:ext cx="1501291" cy="36583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err="1"/>
              <a:t>Laborinformationssystem</a:t>
            </a:r>
            <a:endParaRPr lang="en-GB" sz="1000" dirty="0"/>
          </a:p>
        </p:txBody>
      </p:sp>
      <p:sp>
        <p:nvSpPr>
          <p:cNvPr id="10" name="Rectangle 9"/>
          <p:cNvSpPr/>
          <p:nvPr/>
        </p:nvSpPr>
        <p:spPr>
          <a:xfrm>
            <a:off x="6891658" y="3944943"/>
            <a:ext cx="1368278" cy="36583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err="1"/>
              <a:t>Buchhaltung</a:t>
            </a:r>
            <a:endParaRPr lang="en-GB" sz="1000" dirty="0"/>
          </a:p>
        </p:txBody>
      </p:sp>
      <p:sp>
        <p:nvSpPr>
          <p:cNvPr id="11" name="Rectangle 10"/>
          <p:cNvSpPr/>
          <p:nvPr/>
        </p:nvSpPr>
        <p:spPr>
          <a:xfrm>
            <a:off x="8322592" y="3944944"/>
            <a:ext cx="1206727" cy="36583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err="1"/>
              <a:t>Logistik</a:t>
            </a:r>
            <a:endParaRPr lang="en-GB" sz="1000" dirty="0"/>
          </a:p>
        </p:txBody>
      </p:sp>
      <p:sp>
        <p:nvSpPr>
          <p:cNvPr id="12" name="Rectangle 11"/>
          <p:cNvSpPr/>
          <p:nvPr/>
        </p:nvSpPr>
        <p:spPr>
          <a:xfrm>
            <a:off x="9591975" y="3944944"/>
            <a:ext cx="2046291" cy="36583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err="1"/>
              <a:t>Ressourceninformationssystem</a:t>
            </a:r>
            <a:endParaRPr lang="en-GB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272562" y="2535856"/>
            <a:ext cx="1292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err="1">
                <a:solidFill>
                  <a:schemeClr val="bg1"/>
                </a:solidFill>
              </a:rPr>
              <a:t>Benutzer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2560" y="3303708"/>
            <a:ext cx="1608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err="1">
                <a:solidFill>
                  <a:schemeClr val="bg1"/>
                </a:solidFill>
              </a:rPr>
              <a:t>Informationsverwaltung</a:t>
            </a: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2561" y="3997054"/>
            <a:ext cx="1608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559" y="2905188"/>
            <a:ext cx="1608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err="1">
                <a:solidFill>
                  <a:schemeClr val="bg1"/>
                </a:solidFill>
              </a:rPr>
              <a:t>Selektion</a:t>
            </a: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0532" y="4380537"/>
            <a:ext cx="1030282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Überlegung</a:t>
            </a:r>
            <a:r>
              <a:rPr lang="en-GB" dirty="0"/>
              <a:t>: </a:t>
            </a:r>
            <a:r>
              <a:rPr lang="en-GB" sz="1200" dirty="0" err="1"/>
              <a:t>Viele</a:t>
            </a:r>
            <a:r>
              <a:rPr lang="en-GB" sz="1200" dirty="0"/>
              <a:t> </a:t>
            </a:r>
            <a:r>
              <a:rPr lang="en-GB" sz="1200" dirty="0" err="1"/>
              <a:t>Spitäler</a:t>
            </a:r>
            <a:r>
              <a:rPr lang="en-GB" sz="1200" dirty="0"/>
              <a:t> </a:t>
            </a:r>
            <a:r>
              <a:rPr lang="en-GB" sz="1200" dirty="0" err="1"/>
              <a:t>wollen</a:t>
            </a:r>
            <a:r>
              <a:rPr lang="en-GB" sz="1200" dirty="0"/>
              <a:t> </a:t>
            </a:r>
            <a:r>
              <a:rPr lang="en-GB" sz="1200" dirty="0" err="1"/>
              <a:t>nicht</a:t>
            </a:r>
            <a:r>
              <a:rPr lang="en-GB" sz="1200" dirty="0"/>
              <a:t> </a:t>
            </a:r>
            <a:r>
              <a:rPr lang="en-GB" sz="1200" dirty="0" err="1"/>
              <a:t>eine</a:t>
            </a:r>
            <a:r>
              <a:rPr lang="en-GB" sz="1200" dirty="0"/>
              <a:t> </a:t>
            </a:r>
            <a:r>
              <a:rPr lang="en-GB" sz="1200" dirty="0" err="1"/>
              <a:t>komplett</a:t>
            </a:r>
            <a:r>
              <a:rPr lang="en-GB" sz="1200" dirty="0"/>
              <a:t> </a:t>
            </a:r>
            <a:r>
              <a:rPr lang="en-GB" sz="1200" dirty="0" err="1"/>
              <a:t>neue</a:t>
            </a:r>
            <a:r>
              <a:rPr lang="en-GB" sz="1200" dirty="0"/>
              <a:t> </a:t>
            </a:r>
            <a:r>
              <a:rPr lang="en-GB" sz="1200" dirty="0" err="1"/>
              <a:t>Lösung</a:t>
            </a:r>
            <a:r>
              <a:rPr lang="en-GB" sz="1200" dirty="0"/>
              <a:t> </a:t>
            </a:r>
            <a:r>
              <a:rPr lang="en-GB" sz="1200" dirty="0" err="1"/>
              <a:t>sondern</a:t>
            </a:r>
            <a:r>
              <a:rPr lang="en-GB" sz="1200" dirty="0"/>
              <a:t> </a:t>
            </a:r>
            <a:r>
              <a:rPr lang="en-GB" sz="1200" dirty="0" err="1"/>
              <a:t>möchten</a:t>
            </a:r>
            <a:r>
              <a:rPr lang="en-GB" sz="1200" dirty="0"/>
              <a:t> </a:t>
            </a:r>
            <a:r>
              <a:rPr lang="en-GB" sz="1200" dirty="0" err="1"/>
              <a:t>möglicherweise</a:t>
            </a:r>
            <a:r>
              <a:rPr lang="en-GB" sz="1200" dirty="0"/>
              <a:t> </a:t>
            </a:r>
            <a:r>
              <a:rPr lang="en-GB" sz="1200" dirty="0" err="1"/>
              <a:t>gewisse</a:t>
            </a:r>
            <a:r>
              <a:rPr lang="en-GB" sz="1200" dirty="0"/>
              <a:t> </a:t>
            </a:r>
            <a:r>
              <a:rPr lang="en-GB" sz="1200" dirty="0" err="1"/>
              <a:t>Systeme</a:t>
            </a:r>
            <a:r>
              <a:rPr lang="en-GB" sz="1200" dirty="0"/>
              <a:t> </a:t>
            </a:r>
            <a:r>
              <a:rPr lang="en-GB" sz="1200" dirty="0" err="1"/>
              <a:t>aus</a:t>
            </a:r>
            <a:r>
              <a:rPr lang="en-GB" sz="1200" dirty="0"/>
              <a:t> </a:t>
            </a:r>
            <a:r>
              <a:rPr lang="en-GB" sz="1200" dirty="0" err="1"/>
              <a:t>kostengründen</a:t>
            </a:r>
            <a:r>
              <a:rPr lang="en-GB" sz="1200" dirty="0"/>
              <a:t> </a:t>
            </a:r>
            <a:r>
              <a:rPr lang="en-GB" sz="1200" dirty="0" err="1"/>
              <a:t>beibehalten</a:t>
            </a:r>
            <a:r>
              <a:rPr lang="en-GB" sz="1200" dirty="0"/>
              <a:t>. </a:t>
            </a:r>
            <a:r>
              <a:rPr lang="en-GB" sz="1200" dirty="0" err="1"/>
              <a:t>Unsere</a:t>
            </a:r>
            <a:r>
              <a:rPr lang="en-GB" sz="1200" dirty="0"/>
              <a:t> </a:t>
            </a:r>
            <a:r>
              <a:rPr lang="en-GB" sz="1200" dirty="0" err="1"/>
              <a:t>Idee</a:t>
            </a:r>
            <a:r>
              <a:rPr lang="en-GB" sz="1200" dirty="0"/>
              <a:t> </a:t>
            </a:r>
            <a:r>
              <a:rPr lang="en-GB" sz="1200" dirty="0" err="1"/>
              <a:t>besteht</a:t>
            </a:r>
            <a:r>
              <a:rPr lang="en-GB" sz="1200" dirty="0"/>
              <a:t> </a:t>
            </a:r>
            <a:r>
              <a:rPr lang="en-GB" sz="1200" dirty="0" err="1"/>
              <a:t>darin</a:t>
            </a:r>
            <a:r>
              <a:rPr lang="en-GB" sz="1200" dirty="0"/>
              <a:t>, </a:t>
            </a:r>
            <a:r>
              <a:rPr lang="en-GB" sz="1200" dirty="0" err="1"/>
              <a:t>ein</a:t>
            </a:r>
            <a:r>
              <a:rPr lang="en-GB" sz="1200" dirty="0"/>
              <a:t> </a:t>
            </a:r>
            <a:r>
              <a:rPr lang="en-GB" sz="1200" dirty="0" err="1"/>
              <a:t>Dachsystem</a:t>
            </a:r>
            <a:r>
              <a:rPr lang="en-GB" sz="1200" dirty="0"/>
              <a:t> </a:t>
            </a:r>
            <a:r>
              <a:rPr lang="en-GB" sz="1200" dirty="0" err="1"/>
              <a:t>zu</a:t>
            </a:r>
            <a:r>
              <a:rPr lang="en-GB" sz="1200" dirty="0"/>
              <a:t> </a:t>
            </a:r>
            <a:r>
              <a:rPr lang="en-GB" sz="1200" dirty="0" err="1"/>
              <a:t>verkaufen</a:t>
            </a:r>
            <a:r>
              <a:rPr lang="en-GB" sz="1200" dirty="0"/>
              <a:t>, </a:t>
            </a:r>
            <a:r>
              <a:rPr lang="en-GB" sz="1200" dirty="0" err="1"/>
              <a:t>bei</a:t>
            </a:r>
            <a:r>
              <a:rPr lang="en-GB" sz="1200" dirty="0"/>
              <a:t> </a:t>
            </a:r>
            <a:r>
              <a:rPr lang="en-GB" sz="1200" dirty="0" err="1"/>
              <a:t>welchem</a:t>
            </a:r>
            <a:r>
              <a:rPr lang="en-GB" sz="1200" dirty="0"/>
              <a:t> Module </a:t>
            </a:r>
            <a:r>
              <a:rPr lang="en-GB" sz="1200" dirty="0" err="1"/>
              <a:t>wie</a:t>
            </a:r>
            <a:r>
              <a:rPr lang="en-GB" sz="1200" dirty="0"/>
              <a:t> </a:t>
            </a:r>
            <a:r>
              <a:rPr lang="en-GB" sz="1200" dirty="0" err="1"/>
              <a:t>beispielsweise</a:t>
            </a:r>
            <a:r>
              <a:rPr lang="en-GB" sz="1200" dirty="0"/>
              <a:t> </a:t>
            </a:r>
            <a:r>
              <a:rPr lang="en-GB" sz="1200" dirty="0" err="1"/>
              <a:t>ein</a:t>
            </a:r>
            <a:r>
              <a:rPr lang="en-GB" sz="1200" dirty="0"/>
              <a:t> </a:t>
            </a:r>
            <a:r>
              <a:rPr lang="en-GB" sz="1200" dirty="0" err="1"/>
              <a:t>Laborinformationssystem-Modul</a:t>
            </a:r>
            <a:r>
              <a:rPr lang="en-GB" sz="1200" dirty="0"/>
              <a:t> </a:t>
            </a:r>
            <a:r>
              <a:rPr lang="en-GB" sz="1200" dirty="0" err="1"/>
              <a:t>dazugekauft</a:t>
            </a:r>
            <a:r>
              <a:rPr lang="en-GB" sz="1200" dirty="0"/>
              <a:t> warden </a:t>
            </a:r>
            <a:r>
              <a:rPr lang="en-GB" sz="1200" dirty="0" err="1"/>
              <a:t>kann</a:t>
            </a:r>
            <a:r>
              <a:rPr lang="en-GB" sz="1200" dirty="0"/>
              <a:t>. Das </a:t>
            </a:r>
            <a:r>
              <a:rPr lang="en-GB" sz="1200" dirty="0" err="1"/>
              <a:t>Dachsystem</a:t>
            </a:r>
            <a:r>
              <a:rPr lang="en-GB" sz="1200" dirty="0"/>
              <a:t> </a:t>
            </a:r>
            <a:r>
              <a:rPr lang="en-GB" sz="1200" dirty="0" err="1"/>
              <a:t>interoperiert</a:t>
            </a:r>
            <a:r>
              <a:rPr lang="en-GB" sz="1200" dirty="0"/>
              <a:t> </a:t>
            </a:r>
            <a:r>
              <a:rPr lang="en-GB" sz="1200" dirty="0" err="1"/>
              <a:t>mit</a:t>
            </a:r>
            <a:r>
              <a:rPr lang="en-GB" sz="1200" dirty="0"/>
              <a:t> den </a:t>
            </a:r>
            <a:r>
              <a:rPr lang="en-GB" sz="1200" dirty="0" err="1"/>
              <a:t>bestehenden</a:t>
            </a:r>
            <a:r>
              <a:rPr lang="en-GB" sz="1200" dirty="0"/>
              <a:t> System </a:t>
            </a:r>
            <a:r>
              <a:rPr lang="en-GB" sz="1200" dirty="0" err="1"/>
              <a:t>durch</a:t>
            </a:r>
            <a:r>
              <a:rPr lang="en-GB" sz="1200" dirty="0"/>
              <a:t> </a:t>
            </a:r>
            <a:r>
              <a:rPr lang="en-GB" sz="1200" dirty="0" err="1"/>
              <a:t>Schnittstellen</a:t>
            </a:r>
            <a:r>
              <a:rPr lang="en-GB" sz="1200" dirty="0"/>
              <a:t> (</a:t>
            </a:r>
            <a:r>
              <a:rPr lang="en-GB" sz="1200" dirty="0" err="1"/>
              <a:t>sofern</a:t>
            </a:r>
            <a:r>
              <a:rPr lang="en-GB" sz="1200" dirty="0"/>
              <a:t> </a:t>
            </a:r>
            <a:r>
              <a:rPr lang="en-GB" sz="1200" dirty="0" err="1"/>
              <a:t>eine</a:t>
            </a:r>
            <a:r>
              <a:rPr lang="en-GB" sz="1200" dirty="0"/>
              <a:t> </a:t>
            </a:r>
            <a:r>
              <a:rPr lang="en-GB" sz="1200" dirty="0" err="1"/>
              <a:t>Schnittstellenansteuerung</a:t>
            </a:r>
            <a:r>
              <a:rPr lang="en-GB" sz="1200" dirty="0"/>
              <a:t> </a:t>
            </a:r>
            <a:r>
              <a:rPr lang="en-GB" sz="1200" dirty="0" err="1"/>
              <a:t>möglich</a:t>
            </a:r>
            <a:r>
              <a:rPr lang="en-GB" sz="1200" dirty="0"/>
              <a:t> </a:t>
            </a:r>
            <a:r>
              <a:rPr lang="en-GB" sz="1200" dirty="0" err="1"/>
              <a:t>ist</a:t>
            </a:r>
            <a:r>
              <a:rPr lang="en-GB" sz="1200" dirty="0"/>
              <a:t>) und </a:t>
            </a:r>
            <a:r>
              <a:rPr lang="en-GB" sz="1200" dirty="0" err="1"/>
              <a:t>gibt</a:t>
            </a:r>
            <a:r>
              <a:rPr lang="en-GB" sz="1200" dirty="0"/>
              <a:t> </a:t>
            </a:r>
            <a:r>
              <a:rPr lang="en-GB" sz="1200" dirty="0" err="1"/>
              <a:t>selektierte</a:t>
            </a:r>
            <a:r>
              <a:rPr lang="en-GB" sz="1200" dirty="0"/>
              <a:t> </a:t>
            </a:r>
            <a:r>
              <a:rPr lang="en-GB" sz="1200" dirty="0" err="1"/>
              <a:t>Informationen</a:t>
            </a:r>
            <a:r>
              <a:rPr lang="en-GB" sz="1200" dirty="0"/>
              <a:t> an die </a:t>
            </a:r>
            <a:r>
              <a:rPr lang="en-GB" sz="1200" dirty="0" err="1"/>
              <a:t>Anspruchsgruppen</a:t>
            </a:r>
            <a:r>
              <a:rPr lang="en-GB" sz="1200" dirty="0"/>
              <a:t> </a:t>
            </a:r>
            <a:r>
              <a:rPr lang="en-GB" sz="1200" dirty="0" err="1"/>
              <a:t>weiter</a:t>
            </a:r>
            <a:r>
              <a:rPr lang="en-GB" sz="1200" dirty="0"/>
              <a:t>. </a:t>
            </a:r>
            <a:r>
              <a:rPr lang="en-GB" sz="1200" dirty="0" err="1"/>
              <a:t>Wenn</a:t>
            </a:r>
            <a:r>
              <a:rPr lang="en-GB" sz="1200" dirty="0"/>
              <a:t> </a:t>
            </a:r>
            <a:r>
              <a:rPr lang="en-GB" sz="1200" dirty="0" err="1"/>
              <a:t>ein</a:t>
            </a:r>
            <a:r>
              <a:rPr lang="en-GB" sz="1200" dirty="0"/>
              <a:t> </a:t>
            </a:r>
            <a:r>
              <a:rPr lang="en-GB" sz="1200" dirty="0" err="1"/>
              <a:t>Modul</a:t>
            </a:r>
            <a:r>
              <a:rPr lang="en-GB" sz="1200" dirty="0"/>
              <a:t> </a:t>
            </a:r>
            <a:r>
              <a:rPr lang="en-GB" sz="1200" dirty="0" err="1"/>
              <a:t>verkauft</a:t>
            </a:r>
            <a:r>
              <a:rPr lang="en-GB" sz="1200" dirty="0"/>
              <a:t> </a:t>
            </a:r>
            <a:r>
              <a:rPr lang="en-GB" sz="1200" dirty="0" err="1"/>
              <a:t>wird</a:t>
            </a:r>
            <a:r>
              <a:rPr lang="en-GB" sz="1200" dirty="0"/>
              <a:t> und </a:t>
            </a:r>
            <a:r>
              <a:rPr lang="en-GB" sz="1200" dirty="0" err="1"/>
              <a:t>sich</a:t>
            </a:r>
            <a:r>
              <a:rPr lang="en-GB" sz="1200" dirty="0"/>
              <a:t> </a:t>
            </a:r>
            <a:r>
              <a:rPr lang="en-GB" sz="1200" dirty="0" err="1"/>
              <a:t>etabliert</a:t>
            </a:r>
            <a:r>
              <a:rPr lang="en-GB" sz="1200" dirty="0"/>
              <a:t> </a:t>
            </a:r>
            <a:r>
              <a:rPr lang="en-GB" sz="1200" dirty="0" err="1"/>
              <a:t>erwägt</a:t>
            </a:r>
            <a:r>
              <a:rPr lang="en-GB" sz="1200" dirty="0"/>
              <a:t> der Kunde </a:t>
            </a:r>
            <a:r>
              <a:rPr lang="en-GB" sz="1200" dirty="0" err="1"/>
              <a:t>möglicherweise</a:t>
            </a:r>
            <a:r>
              <a:rPr lang="en-GB" sz="1200" dirty="0"/>
              <a:t> </a:t>
            </a:r>
            <a:r>
              <a:rPr lang="en-GB" sz="1200" dirty="0" err="1"/>
              <a:t>weiter</a:t>
            </a:r>
            <a:r>
              <a:rPr lang="en-GB" sz="1200" dirty="0"/>
              <a:t> Module </a:t>
            </a:r>
            <a:r>
              <a:rPr lang="en-GB" sz="1200" dirty="0" err="1"/>
              <a:t>zu</a:t>
            </a:r>
            <a:r>
              <a:rPr lang="en-GB" sz="1200" dirty="0"/>
              <a:t> </a:t>
            </a:r>
            <a:r>
              <a:rPr lang="en-GB" sz="1200" dirty="0" err="1"/>
              <a:t>kaufen</a:t>
            </a:r>
            <a:r>
              <a:rPr lang="en-GB" sz="1200" dirty="0"/>
              <a:t>.</a:t>
            </a:r>
          </a:p>
          <a:p>
            <a:endParaRPr lang="en-GB" sz="1200" dirty="0"/>
          </a:p>
          <a:p>
            <a:r>
              <a:rPr lang="en-GB" sz="1200" dirty="0" err="1"/>
              <a:t>Diese</a:t>
            </a:r>
            <a:r>
              <a:rPr lang="en-GB" sz="1200" dirty="0"/>
              <a:t> </a:t>
            </a:r>
            <a:r>
              <a:rPr lang="en-GB" sz="1200" dirty="0" err="1"/>
              <a:t>Strategie</a:t>
            </a:r>
            <a:r>
              <a:rPr lang="en-GB" sz="1200" dirty="0"/>
              <a:t> hat den </a:t>
            </a:r>
            <a:r>
              <a:rPr lang="en-GB" sz="1200" dirty="0" err="1"/>
              <a:t>Vorteil</a:t>
            </a:r>
            <a:r>
              <a:rPr lang="en-GB" sz="1200" dirty="0"/>
              <a:t> </a:t>
            </a:r>
            <a:r>
              <a:rPr lang="en-GB" sz="1200" dirty="0" err="1"/>
              <a:t>dass</a:t>
            </a:r>
            <a:r>
              <a:rPr lang="en-GB" sz="1200" dirty="0"/>
              <a:t> der Kunde </a:t>
            </a:r>
            <a:r>
              <a:rPr lang="en-GB" sz="1200" dirty="0" err="1"/>
              <a:t>keine</a:t>
            </a:r>
            <a:r>
              <a:rPr lang="en-GB" sz="1200" dirty="0"/>
              <a:t> </a:t>
            </a:r>
            <a:r>
              <a:rPr lang="en-GB" sz="1200" dirty="0" err="1"/>
              <a:t>Rundumerneuerung</a:t>
            </a:r>
            <a:r>
              <a:rPr lang="en-GB" sz="1200" dirty="0"/>
              <a:t> </a:t>
            </a:r>
            <a:r>
              <a:rPr lang="en-GB" sz="1200" dirty="0" err="1"/>
              <a:t>benötigt</a:t>
            </a:r>
            <a:r>
              <a:rPr lang="en-GB" sz="1200" dirty="0"/>
              <a:t> und </a:t>
            </a:r>
            <a:r>
              <a:rPr lang="en-GB" sz="1200" dirty="0" err="1"/>
              <a:t>seinen</a:t>
            </a:r>
            <a:r>
              <a:rPr lang="en-GB" sz="1200" dirty="0"/>
              <a:t> </a:t>
            </a:r>
            <a:r>
              <a:rPr lang="en-GB" sz="1200" dirty="0" err="1"/>
              <a:t>Betrieb</a:t>
            </a:r>
            <a:r>
              <a:rPr lang="en-GB" sz="1200" dirty="0"/>
              <a:t> </a:t>
            </a:r>
            <a:r>
              <a:rPr lang="en-GB" sz="1200" dirty="0" err="1"/>
              <a:t>mit</a:t>
            </a:r>
            <a:r>
              <a:rPr lang="en-GB" sz="1200" dirty="0"/>
              <a:t> </a:t>
            </a:r>
            <a:r>
              <a:rPr lang="en-GB" sz="1200" dirty="0" err="1"/>
              <a:t>kleinen</a:t>
            </a:r>
            <a:r>
              <a:rPr lang="en-GB" sz="1200" dirty="0"/>
              <a:t> </a:t>
            </a:r>
            <a:r>
              <a:rPr lang="en-GB" sz="1200" dirty="0" err="1"/>
              <a:t>Einschränkungen</a:t>
            </a:r>
            <a:r>
              <a:rPr lang="en-GB" sz="1200" dirty="0"/>
              <a:t> </a:t>
            </a:r>
            <a:r>
              <a:rPr lang="en-GB" sz="1200" dirty="0" err="1"/>
              <a:t>weiterführen</a:t>
            </a:r>
            <a:r>
              <a:rPr lang="en-GB" sz="1200" dirty="0"/>
              <a:t> </a:t>
            </a:r>
            <a:r>
              <a:rPr lang="en-GB" sz="1200" dirty="0" err="1"/>
              <a:t>kann</a:t>
            </a:r>
            <a:r>
              <a:rPr lang="en-GB" sz="1200" dirty="0"/>
              <a:t>, </a:t>
            </a:r>
            <a:r>
              <a:rPr lang="en-GB" sz="1200" dirty="0" err="1"/>
              <a:t>bei</a:t>
            </a:r>
            <a:r>
              <a:rPr lang="en-GB" sz="1200" dirty="0"/>
              <a:t> </a:t>
            </a:r>
            <a:r>
              <a:rPr lang="en-GB" sz="1200" dirty="0" err="1"/>
              <a:t>Zufriedenheit</a:t>
            </a:r>
            <a:r>
              <a:rPr lang="en-GB" sz="1200" dirty="0"/>
              <a:t> </a:t>
            </a:r>
            <a:r>
              <a:rPr lang="en-GB" sz="1200" dirty="0" err="1"/>
              <a:t>bleibt</a:t>
            </a:r>
            <a:r>
              <a:rPr lang="en-GB" sz="1200" dirty="0"/>
              <a:t> </a:t>
            </a:r>
            <a:r>
              <a:rPr lang="en-GB" sz="1200" dirty="0" err="1"/>
              <a:t>ihm</a:t>
            </a:r>
            <a:r>
              <a:rPr lang="en-GB" sz="1200" dirty="0"/>
              <a:t> die </a:t>
            </a:r>
            <a:r>
              <a:rPr lang="en-GB" sz="1200" dirty="0" err="1"/>
              <a:t>Möglichkeit</a:t>
            </a:r>
            <a:r>
              <a:rPr lang="en-GB" sz="1200" dirty="0"/>
              <a:t> </a:t>
            </a:r>
            <a:r>
              <a:rPr lang="en-GB" sz="1200" dirty="0" err="1"/>
              <a:t>weiter</a:t>
            </a:r>
            <a:r>
              <a:rPr lang="en-GB" sz="1200" dirty="0"/>
              <a:t> Module </a:t>
            </a:r>
            <a:r>
              <a:rPr lang="en-GB" sz="1200" dirty="0" err="1"/>
              <a:t>zu</a:t>
            </a:r>
            <a:r>
              <a:rPr lang="en-GB" sz="1200" dirty="0"/>
              <a:t> </a:t>
            </a:r>
            <a:r>
              <a:rPr lang="en-GB" sz="1200" dirty="0" err="1"/>
              <a:t>kaufen</a:t>
            </a:r>
            <a:r>
              <a:rPr lang="en-GB" sz="1200" dirty="0"/>
              <a:t>. Der Kunde </a:t>
            </a:r>
            <a:r>
              <a:rPr lang="en-GB" sz="1200" dirty="0" err="1"/>
              <a:t>verkleinert</a:t>
            </a:r>
            <a:r>
              <a:rPr lang="en-GB" sz="1200" dirty="0"/>
              <a:t> sein </a:t>
            </a:r>
            <a:r>
              <a:rPr lang="en-GB" sz="1200" dirty="0" err="1"/>
              <a:t>eigenes</a:t>
            </a:r>
            <a:r>
              <a:rPr lang="en-GB" sz="1200" dirty="0"/>
              <a:t> </a:t>
            </a:r>
            <a:r>
              <a:rPr lang="en-GB" sz="1200" dirty="0" err="1"/>
              <a:t>finanzielles</a:t>
            </a:r>
            <a:r>
              <a:rPr lang="en-GB" sz="1200" dirty="0"/>
              <a:t> </a:t>
            </a:r>
            <a:r>
              <a:rPr lang="en-GB" sz="1200" dirty="0" err="1"/>
              <a:t>Risiko</a:t>
            </a:r>
            <a:r>
              <a:rPr lang="en-GB" sz="1200" dirty="0"/>
              <a:t> und </a:t>
            </a:r>
            <a:r>
              <a:rPr lang="en-GB" sz="1200" dirty="0" err="1"/>
              <a:t>wir</a:t>
            </a:r>
            <a:r>
              <a:rPr lang="en-GB" sz="1200" dirty="0"/>
              <a:t> </a:t>
            </a:r>
            <a:r>
              <a:rPr lang="en-GB" sz="1200" dirty="0" err="1"/>
              <a:t>als</a:t>
            </a:r>
            <a:r>
              <a:rPr lang="en-GB" sz="1200" dirty="0"/>
              <a:t> </a:t>
            </a:r>
            <a:r>
              <a:rPr lang="en-GB" sz="1200" dirty="0" err="1"/>
              <a:t>Anbieter</a:t>
            </a:r>
            <a:r>
              <a:rPr lang="en-GB" sz="1200" dirty="0"/>
              <a:t> </a:t>
            </a:r>
            <a:r>
              <a:rPr lang="en-GB" sz="1200" dirty="0" err="1"/>
              <a:t>haben</a:t>
            </a:r>
            <a:r>
              <a:rPr lang="en-GB" sz="1200" dirty="0"/>
              <a:t> </a:t>
            </a:r>
            <a:r>
              <a:rPr lang="en-GB" sz="1200" dirty="0" err="1"/>
              <a:t>bessere</a:t>
            </a:r>
            <a:r>
              <a:rPr lang="en-GB" sz="1200" dirty="0"/>
              <a:t> </a:t>
            </a:r>
            <a:r>
              <a:rPr lang="en-GB" sz="1200" dirty="0" err="1"/>
              <a:t>Chancen</a:t>
            </a:r>
            <a:r>
              <a:rPr lang="en-GB" sz="1200" dirty="0"/>
              <a:t> </a:t>
            </a:r>
            <a:r>
              <a:rPr lang="en-GB" sz="1200" dirty="0" err="1"/>
              <a:t>ein</a:t>
            </a:r>
            <a:r>
              <a:rPr lang="en-GB" sz="1200" dirty="0"/>
              <a:t> System </a:t>
            </a:r>
            <a:r>
              <a:rPr lang="en-GB" sz="1200" dirty="0" err="1"/>
              <a:t>zu</a:t>
            </a:r>
            <a:r>
              <a:rPr lang="en-GB" sz="1200" dirty="0"/>
              <a:t> </a:t>
            </a:r>
            <a:r>
              <a:rPr lang="en-GB" sz="1200" dirty="0" err="1"/>
              <a:t>verkaufen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19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Frontend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994181"/>
          </a:xfrm>
        </p:spPr>
        <p:txBody>
          <a:bodyPr/>
          <a:lstStyle/>
          <a:p>
            <a:pPr marL="0" indent="0">
              <a:buNone/>
            </a:pPr>
            <a:r>
              <a:rPr lang="en-GB" dirty="0" err="1"/>
              <a:t>Vereinfachtes</a:t>
            </a:r>
            <a:r>
              <a:rPr lang="en-GB" dirty="0"/>
              <a:t> </a:t>
            </a:r>
            <a:r>
              <a:rPr lang="en-GB" dirty="0" err="1"/>
              <a:t>Beispiel</a:t>
            </a:r>
            <a:r>
              <a:rPr lang="en-GB" dirty="0"/>
              <a:t> </a:t>
            </a:r>
            <a:r>
              <a:rPr lang="en-GB" dirty="0" err="1"/>
              <a:t>zur</a:t>
            </a:r>
            <a:r>
              <a:rPr lang="en-GB" dirty="0"/>
              <a:t> 	</a:t>
            </a:r>
            <a:r>
              <a:rPr lang="en-GB" dirty="0" err="1"/>
              <a:t>Übersicht</a:t>
            </a:r>
            <a:r>
              <a:rPr lang="en-GB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99" y="4659494"/>
            <a:ext cx="1009125" cy="847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2900" y="2689320"/>
            <a:ext cx="1009125" cy="84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09092" y="2417885"/>
            <a:ext cx="2373923" cy="1441938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Cockpit, Rolle </a:t>
            </a:r>
            <a:r>
              <a:rPr lang="en-GB" sz="1600" dirty="0" err="1"/>
              <a:t>Arzt</a:t>
            </a:r>
            <a:endParaRPr lang="en-GB" sz="1600" dirty="0"/>
          </a:p>
        </p:txBody>
      </p:sp>
      <p:sp>
        <p:nvSpPr>
          <p:cNvPr id="7" name="Rectangle 6"/>
          <p:cNvSpPr/>
          <p:nvPr/>
        </p:nvSpPr>
        <p:spPr>
          <a:xfrm>
            <a:off x="2409091" y="4362325"/>
            <a:ext cx="2373923" cy="1441938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Cockpit, Rolle </a:t>
            </a:r>
            <a:r>
              <a:rPr lang="en-GB" sz="1600" dirty="0" err="1"/>
              <a:t>Empfang</a:t>
            </a:r>
            <a:endParaRPr lang="en-GB" sz="1600" dirty="0"/>
          </a:p>
        </p:txBody>
      </p:sp>
      <p:sp>
        <p:nvSpPr>
          <p:cNvPr id="8" name="Rectangle 7"/>
          <p:cNvSpPr/>
          <p:nvPr/>
        </p:nvSpPr>
        <p:spPr>
          <a:xfrm>
            <a:off x="5260082" y="2417885"/>
            <a:ext cx="2373923" cy="33863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Spitalinformationssystem</a:t>
            </a:r>
            <a:r>
              <a:rPr lang="en-GB" sz="1600" dirty="0"/>
              <a:t> (</a:t>
            </a:r>
            <a:r>
              <a:rPr lang="en-GB" sz="1600" dirty="0" err="1"/>
              <a:t>Dachsystem</a:t>
            </a:r>
            <a:r>
              <a:rPr lang="en-GB" sz="1600" dirty="0"/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6360" y="2400970"/>
            <a:ext cx="2931417" cy="8001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Modul</a:t>
            </a:r>
            <a:r>
              <a:rPr lang="en-GB" sz="1600" dirty="0"/>
              <a:t> </a:t>
            </a:r>
            <a:r>
              <a:rPr lang="en-GB" sz="1600" dirty="0" err="1"/>
              <a:t>Labor</a:t>
            </a:r>
            <a:r>
              <a:rPr lang="en-GB" sz="1600" dirty="0"/>
              <a:t> </a:t>
            </a:r>
            <a:br>
              <a:rPr lang="en-GB" sz="1600" dirty="0"/>
            </a:br>
            <a:r>
              <a:rPr lang="en-GB" sz="1600" dirty="0"/>
              <a:t>(</a:t>
            </a:r>
            <a:r>
              <a:rPr lang="en-GB" sz="1600" dirty="0" err="1"/>
              <a:t>bestehend</a:t>
            </a:r>
            <a:r>
              <a:rPr lang="en-GB" sz="1600" dirty="0"/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5576" y="5004162"/>
            <a:ext cx="2942201" cy="8001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Modul</a:t>
            </a:r>
            <a:r>
              <a:rPr lang="en-GB" sz="1600" dirty="0"/>
              <a:t> </a:t>
            </a:r>
            <a:r>
              <a:rPr lang="en-GB" sz="1600" dirty="0" err="1"/>
              <a:t>Ressourcenverwaltung</a:t>
            </a:r>
            <a:r>
              <a:rPr lang="en-GB" sz="1600" dirty="0"/>
              <a:t> (</a:t>
            </a:r>
            <a:r>
              <a:rPr lang="en-GB" sz="1600" dirty="0" err="1"/>
              <a:t>neu</a:t>
            </a:r>
            <a:r>
              <a:rPr lang="en-GB" sz="1600" dirty="0"/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6358" y="3702566"/>
            <a:ext cx="2931419" cy="8001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 </a:t>
            </a:r>
            <a:r>
              <a:rPr lang="en-GB" sz="1600" dirty="0" err="1"/>
              <a:t>Patienteninformationssystem</a:t>
            </a:r>
            <a:r>
              <a:rPr lang="en-GB" sz="1600" dirty="0"/>
              <a:t> (</a:t>
            </a:r>
            <a:r>
              <a:rPr lang="en-GB" sz="1600" dirty="0" err="1"/>
              <a:t>bestehend</a:t>
            </a:r>
            <a:r>
              <a:rPr lang="en-GB" sz="1600" dirty="0"/>
              <a:t>)</a:t>
            </a:r>
          </a:p>
        </p:txBody>
      </p:sp>
      <p:cxnSp>
        <p:nvCxnSpPr>
          <p:cNvPr id="14" name="Straight Connector 13"/>
          <p:cNvCxnSpPr>
            <a:stCxn id="10" idx="1"/>
          </p:cNvCxnSpPr>
          <p:nvPr/>
        </p:nvCxnSpPr>
        <p:spPr>
          <a:xfrm flipH="1">
            <a:off x="7634003" y="5404212"/>
            <a:ext cx="65157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1"/>
            <a:endCxn id="8" idx="3"/>
          </p:cNvCxnSpPr>
          <p:nvPr/>
        </p:nvCxnSpPr>
        <p:spPr>
          <a:xfrm flipH="1">
            <a:off x="7634005" y="4102616"/>
            <a:ext cx="662353" cy="84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1"/>
          </p:cNvCxnSpPr>
          <p:nvPr/>
        </p:nvCxnSpPr>
        <p:spPr>
          <a:xfrm flipH="1">
            <a:off x="7628613" y="2801020"/>
            <a:ext cx="667747" cy="1521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4783014" y="2948289"/>
            <a:ext cx="477068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 flipV="1">
            <a:off x="4777624" y="3342417"/>
            <a:ext cx="482457" cy="400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4777624" y="5257673"/>
            <a:ext cx="482458" cy="1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4768831" y="4702752"/>
            <a:ext cx="493242" cy="845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22899" y="5507094"/>
            <a:ext cx="135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Empfang</a:t>
            </a:r>
            <a:endParaRPr lang="en-GB" dirty="0"/>
          </a:p>
        </p:txBody>
      </p:sp>
      <p:sp>
        <p:nvSpPr>
          <p:cNvPr id="33" name="TextBox 32"/>
          <p:cNvSpPr txBox="1"/>
          <p:nvPr/>
        </p:nvSpPr>
        <p:spPr>
          <a:xfrm>
            <a:off x="922899" y="3549547"/>
            <a:ext cx="135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Arzt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5939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Workspace in a modern hospital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400" dirty="0" err="1"/>
              <a:t>Jeder</a:t>
            </a:r>
            <a:r>
              <a:rPr lang="en-GB" sz="1400" dirty="0"/>
              <a:t> </a:t>
            </a:r>
            <a:r>
              <a:rPr lang="en-GB" sz="1400" dirty="0" err="1"/>
              <a:t>Arbeitsplatzbenutzer</a:t>
            </a:r>
            <a:r>
              <a:rPr lang="en-GB" sz="1400" dirty="0"/>
              <a:t> </a:t>
            </a:r>
            <a:r>
              <a:rPr lang="en-GB" sz="1400" dirty="0" err="1"/>
              <a:t>erhält</a:t>
            </a:r>
            <a:r>
              <a:rPr lang="en-GB" sz="1400" dirty="0"/>
              <a:t> </a:t>
            </a:r>
            <a:r>
              <a:rPr lang="en-GB" sz="1400" dirty="0" err="1"/>
              <a:t>ein</a:t>
            </a:r>
            <a:r>
              <a:rPr lang="en-GB" sz="1400" dirty="0"/>
              <a:t> Tablet Computer (Microsoft Surface </a:t>
            </a:r>
            <a:r>
              <a:rPr lang="en-GB" sz="1400" dirty="0" err="1"/>
              <a:t>ähnlich</a:t>
            </a:r>
            <a:r>
              <a:rPr lang="en-GB" sz="1400" dirty="0"/>
              <a:t>) </a:t>
            </a:r>
            <a:r>
              <a:rPr lang="en-GB" sz="1400" dirty="0" err="1"/>
              <a:t>mit</a:t>
            </a:r>
            <a:r>
              <a:rPr lang="en-GB" sz="1400" dirty="0"/>
              <a:t> </a:t>
            </a:r>
            <a:r>
              <a:rPr lang="en-GB" sz="1400" dirty="0" err="1"/>
              <a:t>welchem</a:t>
            </a:r>
            <a:r>
              <a:rPr lang="en-GB" sz="1400" dirty="0"/>
              <a:t> </a:t>
            </a:r>
            <a:r>
              <a:rPr lang="en-GB" sz="1400" dirty="0" err="1"/>
              <a:t>er</a:t>
            </a:r>
            <a:r>
              <a:rPr lang="en-GB" sz="1400" dirty="0"/>
              <a:t> </a:t>
            </a:r>
            <a:r>
              <a:rPr lang="en-GB" sz="1400" dirty="0" err="1"/>
              <a:t>sich</a:t>
            </a:r>
            <a:r>
              <a:rPr lang="en-GB" sz="1400" dirty="0"/>
              <a:t> </a:t>
            </a:r>
            <a:r>
              <a:rPr lang="en-GB" sz="1400" dirty="0" err="1"/>
              <a:t>über</a:t>
            </a:r>
            <a:r>
              <a:rPr lang="en-GB" sz="1400" dirty="0"/>
              <a:t> </a:t>
            </a:r>
            <a:r>
              <a:rPr lang="en-GB" sz="1400" dirty="0" err="1"/>
              <a:t>ein</a:t>
            </a:r>
            <a:r>
              <a:rPr lang="en-GB" sz="1400" dirty="0"/>
              <a:t> Remote-</a:t>
            </a:r>
            <a:r>
              <a:rPr lang="en-GB" sz="1400" dirty="0" err="1"/>
              <a:t>Programm</a:t>
            </a:r>
            <a:r>
              <a:rPr lang="en-GB" sz="1400" dirty="0"/>
              <a:t> </a:t>
            </a:r>
            <a:r>
              <a:rPr lang="en-GB" sz="1400" dirty="0" err="1"/>
              <a:t>mit</a:t>
            </a:r>
            <a:r>
              <a:rPr lang="en-GB" sz="1400" dirty="0"/>
              <a:t> </a:t>
            </a:r>
            <a:r>
              <a:rPr lang="en-GB" sz="1400" dirty="0" err="1"/>
              <a:t>seinem</a:t>
            </a:r>
            <a:r>
              <a:rPr lang="en-GB" sz="1400" dirty="0"/>
              <a:t> </a:t>
            </a:r>
            <a:r>
              <a:rPr lang="en-GB" sz="1400" dirty="0" err="1"/>
              <a:t>Benutzer</a:t>
            </a:r>
            <a:r>
              <a:rPr lang="en-GB" sz="1400" dirty="0"/>
              <a:t> auf seine </a:t>
            </a:r>
            <a:r>
              <a:rPr lang="en-GB" sz="1400" dirty="0" err="1"/>
              <a:t>zugeschnittene</a:t>
            </a:r>
            <a:r>
              <a:rPr lang="en-GB" sz="1400" dirty="0"/>
              <a:t> </a:t>
            </a:r>
            <a:r>
              <a:rPr lang="en-GB" sz="1400" dirty="0" err="1"/>
              <a:t>Arbeitsfläche</a:t>
            </a:r>
            <a:r>
              <a:rPr lang="en-GB" sz="1400" dirty="0"/>
              <a:t> </a:t>
            </a:r>
            <a:r>
              <a:rPr lang="en-GB" sz="1400" dirty="0" err="1"/>
              <a:t>einloggen</a:t>
            </a:r>
            <a:r>
              <a:rPr lang="en-GB" sz="1400" dirty="0"/>
              <a:t> </a:t>
            </a:r>
            <a:r>
              <a:rPr lang="en-GB" sz="1400" dirty="0" err="1"/>
              <a:t>kann</a:t>
            </a:r>
            <a:r>
              <a:rPr lang="en-GB" sz="1400" dirty="0"/>
              <a:t>. An den </a:t>
            </a:r>
            <a:r>
              <a:rPr lang="en-GB" sz="1400" dirty="0" err="1"/>
              <a:t>Arbeitsplätzen</a:t>
            </a:r>
            <a:r>
              <a:rPr lang="en-GB" sz="1400" dirty="0"/>
              <a:t> </a:t>
            </a:r>
            <a:r>
              <a:rPr lang="en-GB" sz="1400" dirty="0" err="1"/>
              <a:t>ist</a:t>
            </a:r>
            <a:r>
              <a:rPr lang="en-GB" sz="1400" dirty="0"/>
              <a:t> </a:t>
            </a:r>
            <a:r>
              <a:rPr lang="en-GB" sz="1400" dirty="0" err="1"/>
              <a:t>lediglich</a:t>
            </a:r>
            <a:r>
              <a:rPr lang="en-GB" sz="1400" dirty="0"/>
              <a:t> </a:t>
            </a:r>
            <a:r>
              <a:rPr lang="en-GB" sz="1400" dirty="0" err="1"/>
              <a:t>ein</a:t>
            </a:r>
            <a:r>
              <a:rPr lang="en-GB" sz="1400" dirty="0"/>
              <a:t> Monitor </a:t>
            </a:r>
            <a:r>
              <a:rPr lang="en-GB" sz="1400" dirty="0" err="1"/>
              <a:t>mit</a:t>
            </a:r>
            <a:r>
              <a:rPr lang="en-GB" sz="1400" dirty="0"/>
              <a:t> </a:t>
            </a:r>
            <a:r>
              <a:rPr lang="en-GB" sz="1400" dirty="0" err="1"/>
              <a:t>Dockinstation</a:t>
            </a:r>
            <a:r>
              <a:rPr lang="en-GB" sz="1400" dirty="0"/>
              <a:t> </a:t>
            </a:r>
            <a:r>
              <a:rPr lang="en-GB" sz="1400" dirty="0" err="1"/>
              <a:t>stationär</a:t>
            </a:r>
            <a:r>
              <a:rPr lang="en-GB" sz="1400" dirty="0"/>
              <a:t>. </a:t>
            </a:r>
            <a:r>
              <a:rPr lang="en-GB" sz="1400" dirty="0" err="1"/>
              <a:t>Durch</a:t>
            </a:r>
            <a:r>
              <a:rPr lang="en-GB" sz="1400" dirty="0"/>
              <a:t> </a:t>
            </a:r>
            <a:r>
              <a:rPr lang="en-GB" sz="1400" dirty="0" err="1"/>
              <a:t>diese</a:t>
            </a:r>
            <a:r>
              <a:rPr lang="en-GB" sz="1400" dirty="0"/>
              <a:t> </a:t>
            </a:r>
            <a:r>
              <a:rPr lang="en-GB" sz="1400" dirty="0" err="1"/>
              <a:t>Änderung</a:t>
            </a:r>
            <a:r>
              <a:rPr lang="en-GB" sz="1400" dirty="0"/>
              <a:t> </a:t>
            </a:r>
            <a:r>
              <a:rPr lang="en-GB" sz="1400" dirty="0" err="1"/>
              <a:t>ist</a:t>
            </a:r>
            <a:r>
              <a:rPr lang="en-GB" sz="1400" dirty="0"/>
              <a:t> das Personal </a:t>
            </a:r>
            <a:r>
              <a:rPr lang="en-GB" sz="1400" dirty="0" err="1"/>
              <a:t>flexibler</a:t>
            </a:r>
            <a:r>
              <a:rPr lang="en-GB" sz="1400" dirty="0"/>
              <a:t> und hat </a:t>
            </a:r>
            <a:r>
              <a:rPr lang="en-GB" sz="1400" dirty="0" err="1"/>
              <a:t>trotzdem</a:t>
            </a:r>
            <a:r>
              <a:rPr lang="en-GB" sz="1400" dirty="0"/>
              <a:t> </a:t>
            </a:r>
            <a:r>
              <a:rPr lang="en-GB" sz="1400" dirty="0" err="1"/>
              <a:t>persönliches</a:t>
            </a:r>
            <a:r>
              <a:rPr lang="en-GB" sz="1400" dirty="0"/>
              <a:t> Material, was </a:t>
            </a:r>
            <a:r>
              <a:rPr lang="en-GB" sz="1400" dirty="0" err="1"/>
              <a:t>eine</a:t>
            </a:r>
            <a:r>
              <a:rPr lang="en-GB" sz="1400" dirty="0"/>
              <a:t> </a:t>
            </a:r>
            <a:r>
              <a:rPr lang="en-GB" sz="1400" dirty="0" err="1"/>
              <a:t>gewünschte</a:t>
            </a:r>
            <a:r>
              <a:rPr lang="en-GB" sz="1400" dirty="0"/>
              <a:t> </a:t>
            </a:r>
            <a:r>
              <a:rPr lang="en-GB" sz="1400" dirty="0" err="1"/>
              <a:t>psychologische</a:t>
            </a:r>
            <a:r>
              <a:rPr lang="en-GB" sz="1400" dirty="0"/>
              <a:t> </a:t>
            </a:r>
            <a:r>
              <a:rPr lang="en-GB" sz="1400" dirty="0" err="1"/>
              <a:t>Auswirkung</a:t>
            </a:r>
            <a:r>
              <a:rPr lang="en-GB" sz="1400" dirty="0"/>
              <a:t> auf das </a:t>
            </a:r>
            <a:r>
              <a:rPr lang="en-GB" sz="1400" dirty="0" err="1"/>
              <a:t>Wohlbefinden</a:t>
            </a:r>
            <a:r>
              <a:rPr lang="en-GB" sz="1400" dirty="0"/>
              <a:t> </a:t>
            </a:r>
            <a:r>
              <a:rPr lang="en-GB" sz="1400" dirty="0" err="1"/>
              <a:t>zur</a:t>
            </a:r>
            <a:r>
              <a:rPr lang="en-GB" sz="1400" dirty="0"/>
              <a:t> </a:t>
            </a:r>
            <a:r>
              <a:rPr lang="en-GB" sz="1400" dirty="0" err="1"/>
              <a:t>Folge</a:t>
            </a:r>
            <a:r>
              <a:rPr lang="en-GB" sz="1400" dirty="0"/>
              <a:t> </a:t>
            </a:r>
            <a:r>
              <a:rPr lang="en-GB" sz="1400" dirty="0" err="1"/>
              <a:t>haben</a:t>
            </a:r>
            <a:r>
              <a:rPr lang="en-GB" sz="1400" dirty="0"/>
              <a:t> </a:t>
            </a:r>
            <a:r>
              <a:rPr lang="en-GB" sz="1400" dirty="0" err="1"/>
              <a:t>kann</a:t>
            </a:r>
            <a:r>
              <a:rPr lang="en-GB" sz="1400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743" y="2949010"/>
            <a:ext cx="6700601" cy="31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6283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338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Retrospect</vt:lpstr>
      <vt:lpstr>Strategie Spitalinformationssystem</vt:lpstr>
      <vt:lpstr>Softwareanbietung</vt:lpstr>
      <vt:lpstr>Frontend solution</vt:lpstr>
      <vt:lpstr>Workspace in a modern hospital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Pascal Dittli</dc:creator>
  <cp:lastModifiedBy>Pascal Dittli</cp:lastModifiedBy>
  <cp:revision>12</cp:revision>
  <dcterms:created xsi:type="dcterms:W3CDTF">2016-10-05T17:32:35Z</dcterms:created>
  <dcterms:modified xsi:type="dcterms:W3CDTF">2016-10-11T21:37:24Z</dcterms:modified>
</cp:coreProperties>
</file>